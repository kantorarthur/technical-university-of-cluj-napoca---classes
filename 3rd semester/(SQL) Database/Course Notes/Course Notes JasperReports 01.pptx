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7" r:id="rId3"/>
    <p:sldId id="259" r:id="rId4"/>
    <p:sldId id="258" r:id="rId5"/>
    <p:sldId id="260" r:id="rId6"/>
    <p:sldId id="315" r:id="rId7"/>
    <p:sldId id="316" r:id="rId8"/>
    <p:sldId id="318" r:id="rId9"/>
    <p:sldId id="317" r:id="rId10"/>
    <p:sldId id="261" r:id="rId11"/>
    <p:sldId id="262" r:id="rId12"/>
    <p:sldId id="263" r:id="rId13"/>
    <p:sldId id="264" r:id="rId14"/>
    <p:sldId id="265" r:id="rId15"/>
    <p:sldId id="266" r:id="rId16"/>
    <p:sldId id="267" r:id="rId17"/>
    <p:sldId id="268" r:id="rId18"/>
    <p:sldId id="270" r:id="rId19"/>
    <p:sldId id="269" r:id="rId20"/>
    <p:sldId id="271" r:id="rId21"/>
    <p:sldId id="272" r:id="rId22"/>
    <p:sldId id="273" r:id="rId23"/>
    <p:sldId id="274" r:id="rId24"/>
    <p:sldId id="276" r:id="rId25"/>
    <p:sldId id="278" r:id="rId26"/>
    <p:sldId id="279" r:id="rId27"/>
    <p:sldId id="277" r:id="rId28"/>
    <p:sldId id="280" r:id="rId29"/>
    <p:sldId id="281" r:id="rId30"/>
    <p:sldId id="282" r:id="rId31"/>
    <p:sldId id="283" r:id="rId32"/>
    <p:sldId id="285" r:id="rId33"/>
    <p:sldId id="284"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9" r:id="rId57"/>
    <p:sldId id="308" r:id="rId58"/>
    <p:sldId id="310" r:id="rId59"/>
    <p:sldId id="311" r:id="rId60"/>
    <p:sldId id="312" r:id="rId61"/>
    <p:sldId id="313" r:id="rId62"/>
    <p:sldId id="314" r:id="rId6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customXml" Target="../customXml/item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0724CB-DFE3-4F0C-B5F7-7E2DC23B415F}"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45701A-53A1-454E-A406-8618979A5852}" type="slidenum">
              <a:rPr lang="en-US" smtClean="0"/>
              <a:t>‹#›</a:t>
            </a:fld>
            <a:endParaRPr lang="en-US"/>
          </a:p>
        </p:txBody>
      </p:sp>
    </p:spTree>
    <p:extLst>
      <p:ext uri="{BB962C8B-B14F-4D97-AF65-F5344CB8AC3E}">
        <p14:creationId xmlns:p14="http://schemas.microsoft.com/office/powerpoint/2010/main" val="89744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69488-83F0-D669-5AFB-DB61D7198F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18F6AC-AEDB-2B71-9AC6-262522485CB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ED62836-2676-5D29-4DC3-EA10892C3774}"/>
              </a:ext>
            </a:extLst>
          </p:cNvPr>
          <p:cNvSpPr>
            <a:spLocks noGrp="1"/>
          </p:cNvSpPr>
          <p:nvPr>
            <p:ph type="dt" sz="half" idx="10"/>
          </p:nvPr>
        </p:nvSpPr>
        <p:spPr/>
        <p:txBody>
          <a:bodyPr/>
          <a:lstStyle/>
          <a:p>
            <a:fld id="{C1DC528B-3B36-43C1-AEC0-2C561AA171E9}" type="datetime1">
              <a:rPr lang="en-US" smtClean="0"/>
              <a:t>11/13/2025</a:t>
            </a:fld>
            <a:endParaRPr lang="en-US"/>
          </a:p>
        </p:txBody>
      </p:sp>
      <p:sp>
        <p:nvSpPr>
          <p:cNvPr id="5" name="Footer Placeholder 4">
            <a:extLst>
              <a:ext uri="{FF2B5EF4-FFF2-40B4-BE49-F238E27FC236}">
                <a16:creationId xmlns:a16="http://schemas.microsoft.com/office/drawing/2014/main" id="{4D7BBA37-3A3D-6CBB-CD33-17D4C791EA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21E497-7DCB-D5A5-92EC-05FF8B22C942}"/>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3547481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EC392-9B85-B0A8-D4B1-4B6C3BB2C0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34F30F4-D579-BBE1-41F0-B12DA14F9B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8747F5-67B2-EABF-F8B7-FE5CE7725A5B}"/>
              </a:ext>
            </a:extLst>
          </p:cNvPr>
          <p:cNvSpPr>
            <a:spLocks noGrp="1"/>
          </p:cNvSpPr>
          <p:nvPr>
            <p:ph type="dt" sz="half" idx="10"/>
          </p:nvPr>
        </p:nvSpPr>
        <p:spPr/>
        <p:txBody>
          <a:bodyPr/>
          <a:lstStyle/>
          <a:p>
            <a:fld id="{AA834CC1-3519-46F6-9808-760E3909BD92}" type="datetime1">
              <a:rPr lang="en-US" smtClean="0"/>
              <a:t>11/13/2025</a:t>
            </a:fld>
            <a:endParaRPr lang="en-US"/>
          </a:p>
        </p:txBody>
      </p:sp>
      <p:sp>
        <p:nvSpPr>
          <p:cNvPr id="5" name="Footer Placeholder 4">
            <a:extLst>
              <a:ext uri="{FF2B5EF4-FFF2-40B4-BE49-F238E27FC236}">
                <a16:creationId xmlns:a16="http://schemas.microsoft.com/office/drawing/2014/main" id="{1FA583F7-AE5D-4604-FD2D-2A65A59540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066330-6476-BF4A-F611-82DF0987903C}"/>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1555332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4A58-FC05-48E9-A05C-67D5C7BAB7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03410A-B321-2EF9-9B08-2FB2894525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B615FE-5A08-F918-8E3A-FA0B905B235D}"/>
              </a:ext>
            </a:extLst>
          </p:cNvPr>
          <p:cNvSpPr>
            <a:spLocks noGrp="1"/>
          </p:cNvSpPr>
          <p:nvPr>
            <p:ph type="dt" sz="half" idx="10"/>
          </p:nvPr>
        </p:nvSpPr>
        <p:spPr/>
        <p:txBody>
          <a:bodyPr/>
          <a:lstStyle/>
          <a:p>
            <a:fld id="{13883E4C-0F76-4CEF-861F-A18F8F76A0D0}" type="datetime1">
              <a:rPr lang="en-US" smtClean="0"/>
              <a:t>11/13/2025</a:t>
            </a:fld>
            <a:endParaRPr lang="en-US"/>
          </a:p>
        </p:txBody>
      </p:sp>
      <p:sp>
        <p:nvSpPr>
          <p:cNvPr id="5" name="Footer Placeholder 4">
            <a:extLst>
              <a:ext uri="{FF2B5EF4-FFF2-40B4-BE49-F238E27FC236}">
                <a16:creationId xmlns:a16="http://schemas.microsoft.com/office/drawing/2014/main" id="{EDD275C5-AB30-8ECF-FFA8-1FBA8990E6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6219F3-7DB8-BCB8-F3C3-17C782C1FD00}"/>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1594360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B0F12-3F60-2682-329A-1ACB816B8C9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0EBF29-4B9C-0086-9043-D61EAD83DD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C66CBB-DD8C-A10E-ABD4-BFEB818E686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B3DB43-72A0-88A7-C1C5-B5A5E7414764}"/>
              </a:ext>
            </a:extLst>
          </p:cNvPr>
          <p:cNvSpPr>
            <a:spLocks noGrp="1"/>
          </p:cNvSpPr>
          <p:nvPr>
            <p:ph type="dt" sz="half" idx="10"/>
          </p:nvPr>
        </p:nvSpPr>
        <p:spPr/>
        <p:txBody>
          <a:bodyPr/>
          <a:lstStyle/>
          <a:p>
            <a:fld id="{03CAEE27-7D93-48F2-AA54-2512C37001DE}" type="datetime1">
              <a:rPr lang="en-US" smtClean="0"/>
              <a:t>11/13/2025</a:t>
            </a:fld>
            <a:endParaRPr lang="en-US"/>
          </a:p>
        </p:txBody>
      </p:sp>
      <p:sp>
        <p:nvSpPr>
          <p:cNvPr id="6" name="Footer Placeholder 5">
            <a:extLst>
              <a:ext uri="{FF2B5EF4-FFF2-40B4-BE49-F238E27FC236}">
                <a16:creationId xmlns:a16="http://schemas.microsoft.com/office/drawing/2014/main" id="{341CC7F0-2004-C270-12D3-7C4B901947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3B20F7-C59B-D9DD-33E2-A2A81CAFD8DE}"/>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7913987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4427A-7DD7-FBEF-9011-032B4C2FAB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18361B1-2DFC-7170-7314-929DC84E3C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15B46F-95F4-6E81-64F8-0AA631EE49D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75DB024-BFC9-84D2-6BD6-FCC05963A3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0591B6-E0F9-2B7D-0758-AD79042103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18BF2AA-D5B5-217D-091A-63607A73C801}"/>
              </a:ext>
            </a:extLst>
          </p:cNvPr>
          <p:cNvSpPr>
            <a:spLocks noGrp="1"/>
          </p:cNvSpPr>
          <p:nvPr>
            <p:ph type="dt" sz="half" idx="10"/>
          </p:nvPr>
        </p:nvSpPr>
        <p:spPr/>
        <p:txBody>
          <a:bodyPr/>
          <a:lstStyle/>
          <a:p>
            <a:fld id="{12F2C0EC-2B83-4D60-8BD2-C34D04F0A9B4}" type="datetime1">
              <a:rPr lang="en-US" smtClean="0"/>
              <a:t>11/13/2025</a:t>
            </a:fld>
            <a:endParaRPr lang="en-US"/>
          </a:p>
        </p:txBody>
      </p:sp>
      <p:sp>
        <p:nvSpPr>
          <p:cNvPr id="8" name="Footer Placeholder 7">
            <a:extLst>
              <a:ext uri="{FF2B5EF4-FFF2-40B4-BE49-F238E27FC236}">
                <a16:creationId xmlns:a16="http://schemas.microsoft.com/office/drawing/2014/main" id="{DEEF7155-4355-2690-A9C7-371A53DF98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A3798F-374A-28AC-FBDB-0F7475457581}"/>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201534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53D6-CBB0-85F4-D975-68B77B38DBA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92A1CA5-61AF-A023-533D-C4ADA7CB0F51}"/>
              </a:ext>
            </a:extLst>
          </p:cNvPr>
          <p:cNvSpPr>
            <a:spLocks noGrp="1"/>
          </p:cNvSpPr>
          <p:nvPr>
            <p:ph type="dt" sz="half" idx="10"/>
          </p:nvPr>
        </p:nvSpPr>
        <p:spPr/>
        <p:txBody>
          <a:bodyPr/>
          <a:lstStyle/>
          <a:p>
            <a:fld id="{092042E3-4946-43F1-9DF4-07B1720030CC}" type="datetime1">
              <a:rPr lang="en-US" smtClean="0"/>
              <a:t>11/13/2025</a:t>
            </a:fld>
            <a:endParaRPr lang="en-US"/>
          </a:p>
        </p:txBody>
      </p:sp>
      <p:sp>
        <p:nvSpPr>
          <p:cNvPr id="4" name="Footer Placeholder 3">
            <a:extLst>
              <a:ext uri="{FF2B5EF4-FFF2-40B4-BE49-F238E27FC236}">
                <a16:creationId xmlns:a16="http://schemas.microsoft.com/office/drawing/2014/main" id="{22A228C4-DE66-5946-F342-DBA9A98932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0F02DB7-5620-39D3-1B51-12500C804377}"/>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2617382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441ED3-6CE9-AB7A-014D-5BE1E41E07E3}"/>
              </a:ext>
            </a:extLst>
          </p:cNvPr>
          <p:cNvSpPr>
            <a:spLocks noGrp="1"/>
          </p:cNvSpPr>
          <p:nvPr>
            <p:ph type="dt" sz="half" idx="10"/>
          </p:nvPr>
        </p:nvSpPr>
        <p:spPr/>
        <p:txBody>
          <a:bodyPr/>
          <a:lstStyle/>
          <a:p>
            <a:fld id="{4577450B-1075-4E30-A41F-A9080C2CE28E}" type="datetime1">
              <a:rPr lang="en-US" smtClean="0"/>
              <a:t>11/13/2025</a:t>
            </a:fld>
            <a:endParaRPr lang="en-US"/>
          </a:p>
        </p:txBody>
      </p:sp>
      <p:sp>
        <p:nvSpPr>
          <p:cNvPr id="3" name="Footer Placeholder 2">
            <a:extLst>
              <a:ext uri="{FF2B5EF4-FFF2-40B4-BE49-F238E27FC236}">
                <a16:creationId xmlns:a16="http://schemas.microsoft.com/office/drawing/2014/main" id="{51001922-3C0E-7BFB-513B-B0E9E591D46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66A833-EA8C-BC55-E7E7-106089E68F0B}"/>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1313178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CA004-ED45-B070-F39A-E69B85BA26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9A61F1-D7DD-9EE9-5927-BFCDA2462B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7F79540-8806-9D45-26D3-8C06090112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A529B7-0630-8D10-9475-0AFE4ADA2BEC}"/>
              </a:ext>
            </a:extLst>
          </p:cNvPr>
          <p:cNvSpPr>
            <a:spLocks noGrp="1"/>
          </p:cNvSpPr>
          <p:nvPr>
            <p:ph type="dt" sz="half" idx="10"/>
          </p:nvPr>
        </p:nvSpPr>
        <p:spPr/>
        <p:txBody>
          <a:bodyPr/>
          <a:lstStyle/>
          <a:p>
            <a:fld id="{A2E79DAD-B090-4565-96D6-780A47C29D38}" type="datetime1">
              <a:rPr lang="en-US" smtClean="0"/>
              <a:t>11/13/2025</a:t>
            </a:fld>
            <a:endParaRPr lang="en-US"/>
          </a:p>
        </p:txBody>
      </p:sp>
      <p:sp>
        <p:nvSpPr>
          <p:cNvPr id="6" name="Footer Placeholder 5">
            <a:extLst>
              <a:ext uri="{FF2B5EF4-FFF2-40B4-BE49-F238E27FC236}">
                <a16:creationId xmlns:a16="http://schemas.microsoft.com/office/drawing/2014/main" id="{B2FC4D81-5BEA-526E-54D3-CB8DD7DC5B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D0A89A-EA75-93BD-9312-EC54BEF559C6}"/>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19074431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A679-AF31-5F47-5C35-50832F73BA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C51C9A-62A0-CFB0-E33D-4B64A5CD4C3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7520F73-DAB3-C978-95C9-BB2C4D9293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F2B8F2-D43E-50E7-E9B5-1A9B2886AEFE}"/>
              </a:ext>
            </a:extLst>
          </p:cNvPr>
          <p:cNvSpPr>
            <a:spLocks noGrp="1"/>
          </p:cNvSpPr>
          <p:nvPr>
            <p:ph type="dt" sz="half" idx="10"/>
          </p:nvPr>
        </p:nvSpPr>
        <p:spPr/>
        <p:txBody>
          <a:bodyPr/>
          <a:lstStyle/>
          <a:p>
            <a:fld id="{5D5A65A1-AB36-402A-BBD8-933F97C53E60}" type="datetime1">
              <a:rPr lang="en-US" smtClean="0"/>
              <a:t>11/13/2025</a:t>
            </a:fld>
            <a:endParaRPr lang="en-US"/>
          </a:p>
        </p:txBody>
      </p:sp>
      <p:sp>
        <p:nvSpPr>
          <p:cNvPr id="6" name="Footer Placeholder 5">
            <a:extLst>
              <a:ext uri="{FF2B5EF4-FFF2-40B4-BE49-F238E27FC236}">
                <a16:creationId xmlns:a16="http://schemas.microsoft.com/office/drawing/2014/main" id="{AF445E85-8BA3-01B0-481C-C0EEAE9A69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C97627-2E3F-CFB7-195A-64009148FC71}"/>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4240151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40A54-AB69-27AD-DD01-CA086DE51F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0B5A0B-E38D-2DC2-8D6B-1A1D92F052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03EF73-BB39-3106-ADFD-BE5C5E5E5DFD}"/>
              </a:ext>
            </a:extLst>
          </p:cNvPr>
          <p:cNvSpPr>
            <a:spLocks noGrp="1"/>
          </p:cNvSpPr>
          <p:nvPr>
            <p:ph type="dt" sz="half" idx="10"/>
          </p:nvPr>
        </p:nvSpPr>
        <p:spPr/>
        <p:txBody>
          <a:bodyPr/>
          <a:lstStyle/>
          <a:p>
            <a:fld id="{4129B545-9080-4215-9900-C667A8435575}" type="datetime1">
              <a:rPr lang="en-US" smtClean="0"/>
              <a:t>11/13/2025</a:t>
            </a:fld>
            <a:endParaRPr lang="en-US"/>
          </a:p>
        </p:txBody>
      </p:sp>
      <p:sp>
        <p:nvSpPr>
          <p:cNvPr id="5" name="Footer Placeholder 4">
            <a:extLst>
              <a:ext uri="{FF2B5EF4-FFF2-40B4-BE49-F238E27FC236}">
                <a16:creationId xmlns:a16="http://schemas.microsoft.com/office/drawing/2014/main" id="{44BF08C8-F133-96BD-F28E-D5EE7613E6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C10D13-B4B4-9C91-209C-998B5A89EB68}"/>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1917003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AEF533-68CD-02FE-787F-5AC3FABA7CC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F8212AA-FDC7-50B9-9BCB-D35805C4FBD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76A883-7F0B-4536-8948-A7B71616FE32}"/>
              </a:ext>
            </a:extLst>
          </p:cNvPr>
          <p:cNvSpPr>
            <a:spLocks noGrp="1"/>
          </p:cNvSpPr>
          <p:nvPr>
            <p:ph type="dt" sz="half" idx="10"/>
          </p:nvPr>
        </p:nvSpPr>
        <p:spPr/>
        <p:txBody>
          <a:bodyPr/>
          <a:lstStyle/>
          <a:p>
            <a:fld id="{8A6622E7-772E-498F-945B-16B7043790DF}" type="datetime1">
              <a:rPr lang="en-US" smtClean="0"/>
              <a:t>11/13/2025</a:t>
            </a:fld>
            <a:endParaRPr lang="en-US"/>
          </a:p>
        </p:txBody>
      </p:sp>
      <p:sp>
        <p:nvSpPr>
          <p:cNvPr id="5" name="Footer Placeholder 4">
            <a:extLst>
              <a:ext uri="{FF2B5EF4-FFF2-40B4-BE49-F238E27FC236}">
                <a16:creationId xmlns:a16="http://schemas.microsoft.com/office/drawing/2014/main" id="{772B88D7-0123-1930-FAEB-BED4DC9FDA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F82B6B-7D16-0FFA-B13C-F26A47A5C09B}"/>
              </a:ext>
            </a:extLst>
          </p:cNvPr>
          <p:cNvSpPr>
            <a:spLocks noGrp="1"/>
          </p:cNvSpPr>
          <p:nvPr>
            <p:ph type="sldNum" sz="quarter" idx="12"/>
          </p:nvPr>
        </p:nvSpPr>
        <p:spPr/>
        <p:txBody>
          <a:bodyPr/>
          <a:lstStyle/>
          <a:p>
            <a:fld id="{E22B4E40-D89E-452D-A99C-D43FB2FD93F5}" type="slidenum">
              <a:rPr lang="en-US" smtClean="0"/>
              <a:t>‹#›</a:t>
            </a:fld>
            <a:endParaRPr lang="en-US"/>
          </a:p>
        </p:txBody>
      </p:sp>
    </p:spTree>
    <p:extLst>
      <p:ext uri="{BB962C8B-B14F-4D97-AF65-F5344CB8AC3E}">
        <p14:creationId xmlns:p14="http://schemas.microsoft.com/office/powerpoint/2010/main" val="605944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9E99BB-2858-2922-0EB4-4666FB8D4E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1934761-54D4-DB1B-E846-A1914FC079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21767F-9C43-2382-E6A7-8D0DA351FE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8640190-E0F9-4B0E-8323-726582AC3768}" type="datetime1">
              <a:rPr lang="en-US" smtClean="0"/>
              <a:t>11/13/2025</a:t>
            </a:fld>
            <a:endParaRPr lang="en-US"/>
          </a:p>
        </p:txBody>
      </p:sp>
      <p:sp>
        <p:nvSpPr>
          <p:cNvPr id="5" name="Footer Placeholder 4">
            <a:extLst>
              <a:ext uri="{FF2B5EF4-FFF2-40B4-BE49-F238E27FC236}">
                <a16:creationId xmlns:a16="http://schemas.microsoft.com/office/drawing/2014/main" id="{5324CEF7-F207-5587-7CAD-86F6B0A56A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95726A2-B0CA-81E0-097B-C45B04FC38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2B4E40-D89E-452D-A99C-D43FB2FD93F5}" type="slidenum">
              <a:rPr lang="en-US" smtClean="0"/>
              <a:t>‹#›</a:t>
            </a:fld>
            <a:endParaRPr lang="en-US"/>
          </a:p>
        </p:txBody>
      </p:sp>
    </p:spTree>
    <p:extLst>
      <p:ext uri="{BB962C8B-B14F-4D97-AF65-F5344CB8AC3E}">
        <p14:creationId xmlns:p14="http://schemas.microsoft.com/office/powerpoint/2010/main" val="16914130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jaspersoft.com/products/jaspersoft-community" TargetMode="External"/><Relationship Id="rId2" Type="http://schemas.openxmlformats.org/officeDocument/2006/relationships/hyperlink" Target="https://www.jaspersoft.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community.jaspersoft.com/download-jaspersoft/community-edi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tutorialspoint.com/jasper_reports/index.htm" TargetMode="External"/><Relationship Id="rId2" Type="http://schemas.openxmlformats.org/officeDocument/2006/relationships/hyperlink" Target="https://community.jaspersoft.com/documentation/jaspersoft%C2%AE-studio/tibco-jaspersoft-studio-user-guide/v900/jss-user-_-getting-started/"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87FFC-54C0-05B4-BCB6-BF213E66B4CB}"/>
              </a:ext>
            </a:extLst>
          </p:cNvPr>
          <p:cNvSpPr>
            <a:spLocks noGrp="1"/>
          </p:cNvSpPr>
          <p:nvPr>
            <p:ph type="ctrTitle"/>
          </p:nvPr>
        </p:nvSpPr>
        <p:spPr/>
        <p:txBody>
          <a:bodyPr/>
          <a:lstStyle/>
          <a:p>
            <a:r>
              <a:rPr lang="en-US" dirty="0" err="1"/>
              <a:t>JasperReports</a:t>
            </a:r>
            <a:endParaRPr lang="en-US" dirty="0"/>
          </a:p>
        </p:txBody>
      </p:sp>
      <p:sp>
        <p:nvSpPr>
          <p:cNvPr id="3" name="Subtitle 2">
            <a:extLst>
              <a:ext uri="{FF2B5EF4-FFF2-40B4-BE49-F238E27FC236}">
                <a16:creationId xmlns:a16="http://schemas.microsoft.com/office/drawing/2014/main" id="{CFCDA5E6-A82A-37CC-1FCE-DA5F1058FBAD}"/>
              </a:ext>
            </a:extLst>
          </p:cNvPr>
          <p:cNvSpPr>
            <a:spLocks noGrp="1"/>
          </p:cNvSpPr>
          <p:nvPr>
            <p:ph type="subTitle" idx="1"/>
          </p:nvPr>
        </p:nvSpPr>
        <p:spPr/>
        <p:txBody>
          <a:bodyPr/>
          <a:lstStyle/>
          <a:p>
            <a:endParaRPr lang="en-US"/>
          </a:p>
        </p:txBody>
      </p:sp>
      <p:sp>
        <p:nvSpPr>
          <p:cNvPr id="4" name="Slide Number Placeholder 3">
            <a:extLst>
              <a:ext uri="{FF2B5EF4-FFF2-40B4-BE49-F238E27FC236}">
                <a16:creationId xmlns:a16="http://schemas.microsoft.com/office/drawing/2014/main" id="{18E75A87-01B4-608E-34A3-A7B12B6175D8}"/>
              </a:ext>
            </a:extLst>
          </p:cNvPr>
          <p:cNvSpPr>
            <a:spLocks noGrp="1"/>
          </p:cNvSpPr>
          <p:nvPr>
            <p:ph type="sldNum" sz="quarter" idx="12"/>
          </p:nvPr>
        </p:nvSpPr>
        <p:spPr/>
        <p:txBody>
          <a:bodyPr/>
          <a:lstStyle/>
          <a:p>
            <a:fld id="{E22B4E40-D89E-452D-A99C-D43FB2FD93F5}" type="slidenum">
              <a:rPr lang="en-US" smtClean="0"/>
              <a:t>1</a:t>
            </a:fld>
            <a:endParaRPr lang="en-US"/>
          </a:p>
        </p:txBody>
      </p:sp>
    </p:spTree>
    <p:extLst>
      <p:ext uri="{BB962C8B-B14F-4D97-AF65-F5344CB8AC3E}">
        <p14:creationId xmlns:p14="http://schemas.microsoft.com/office/powerpoint/2010/main" val="2092113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0BE14-09AC-007E-8C72-EBE5ED7AE8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E6DDD1-25AA-0102-2CC0-53C04F6C3B4C}"/>
              </a:ext>
            </a:extLst>
          </p:cNvPr>
          <p:cNvSpPr>
            <a:spLocks noGrp="1"/>
          </p:cNvSpPr>
          <p:nvPr>
            <p:ph idx="1"/>
          </p:nvPr>
        </p:nvSpPr>
        <p:spPr/>
        <p:txBody>
          <a:bodyPr/>
          <a:lstStyle/>
          <a:p>
            <a:r>
              <a:rPr lang="en-US" dirty="0">
                <a:hlinkClick r:id="rId2"/>
              </a:rPr>
              <a:t>Embedded Analytics &amp; Reporting Platform | Jaspersoft</a:t>
            </a:r>
            <a:r>
              <a:rPr lang="en-US" dirty="0"/>
              <a:t> </a:t>
            </a:r>
          </a:p>
          <a:p>
            <a:r>
              <a:rPr lang="en-US" dirty="0">
                <a:hlinkClick r:id="rId2"/>
              </a:rPr>
              <a:t>https://www.jaspersoft.com/</a:t>
            </a:r>
            <a:endParaRPr lang="en-US" dirty="0"/>
          </a:p>
          <a:p>
            <a:endParaRPr lang="en-US" dirty="0">
              <a:hlinkClick r:id="rId3"/>
            </a:endParaRPr>
          </a:p>
          <a:p>
            <a:r>
              <a:rPr lang="en-US" dirty="0">
                <a:hlinkClick r:id="rId3"/>
              </a:rPr>
              <a:t>Jaspersoft Community Edition - Free Reporting Software, Open Source</a:t>
            </a:r>
            <a:r>
              <a:rPr lang="en-US" dirty="0"/>
              <a:t> </a:t>
            </a:r>
          </a:p>
          <a:p>
            <a:r>
              <a:rPr lang="en-US" dirty="0">
                <a:hlinkClick r:id="rId3"/>
              </a:rPr>
              <a:t>https://www.jaspersoft.com/products/jaspersoft-community</a:t>
            </a:r>
            <a:endParaRPr lang="en-US" dirty="0"/>
          </a:p>
          <a:p>
            <a:endParaRPr lang="en-US" dirty="0"/>
          </a:p>
        </p:txBody>
      </p:sp>
      <p:sp>
        <p:nvSpPr>
          <p:cNvPr id="4" name="Slide Number Placeholder 3">
            <a:extLst>
              <a:ext uri="{FF2B5EF4-FFF2-40B4-BE49-F238E27FC236}">
                <a16:creationId xmlns:a16="http://schemas.microsoft.com/office/drawing/2014/main" id="{1C8CA62E-B434-572A-A137-3B351397B04A}"/>
              </a:ext>
            </a:extLst>
          </p:cNvPr>
          <p:cNvSpPr>
            <a:spLocks noGrp="1"/>
          </p:cNvSpPr>
          <p:nvPr>
            <p:ph type="sldNum" sz="quarter" idx="12"/>
          </p:nvPr>
        </p:nvSpPr>
        <p:spPr/>
        <p:txBody>
          <a:bodyPr/>
          <a:lstStyle/>
          <a:p>
            <a:fld id="{E22B4E40-D89E-452D-A99C-D43FB2FD93F5}" type="slidenum">
              <a:rPr lang="en-US" smtClean="0"/>
              <a:t>2</a:t>
            </a:fld>
            <a:endParaRPr lang="en-US"/>
          </a:p>
        </p:txBody>
      </p:sp>
    </p:spTree>
    <p:extLst>
      <p:ext uri="{BB962C8B-B14F-4D97-AF65-F5344CB8AC3E}">
        <p14:creationId xmlns:p14="http://schemas.microsoft.com/office/powerpoint/2010/main" val="3574943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CABC8-875B-0DA3-0C1A-3B52EED1658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25521D9-C378-3861-783B-3C75EBA2F14E}"/>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6ECCDAD7-71EB-C4D1-C4F5-C8B0BCAADD6F}"/>
              </a:ext>
            </a:extLst>
          </p:cNvPr>
          <p:cNvSpPr>
            <a:spLocks noGrp="1"/>
          </p:cNvSpPr>
          <p:nvPr>
            <p:ph type="sldNum" sz="quarter" idx="12"/>
          </p:nvPr>
        </p:nvSpPr>
        <p:spPr/>
        <p:txBody>
          <a:bodyPr/>
          <a:lstStyle/>
          <a:p>
            <a:fld id="{E22B4E40-D89E-452D-A99C-D43FB2FD93F5}" type="slidenum">
              <a:rPr lang="en-US" smtClean="0"/>
              <a:t>3</a:t>
            </a:fld>
            <a:endParaRPr lang="en-US"/>
          </a:p>
        </p:txBody>
      </p:sp>
      <p:pic>
        <p:nvPicPr>
          <p:cNvPr id="2054" name="Picture 6" descr="Jaspersoft Logo">
            <a:extLst>
              <a:ext uri="{FF2B5EF4-FFF2-40B4-BE49-F238E27FC236}">
                <a16:creationId xmlns:a16="http://schemas.microsoft.com/office/drawing/2014/main" id="{8A131D4C-57E8-327B-790D-9268F0312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 y="91440"/>
            <a:ext cx="11704320" cy="24788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Formation Jasper Reports : Initiation - RESOTEL Casablanca Maroc">
            <a:extLst>
              <a:ext uri="{FF2B5EF4-FFF2-40B4-BE49-F238E27FC236}">
                <a16:creationId xmlns:a16="http://schemas.microsoft.com/office/drawing/2014/main" id="{E0279F56-DD08-88F5-E523-5A594480BA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89120" y="2468880"/>
            <a:ext cx="3657600" cy="3657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8155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FF843-16C8-1295-8114-D47A13DC1E48}"/>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E04A92FF-21E1-76A0-87AC-270DF5B32528}"/>
              </a:ext>
            </a:extLst>
          </p:cNvPr>
          <p:cNvSpPr>
            <a:spLocks noGrp="1"/>
          </p:cNvSpPr>
          <p:nvPr>
            <p:ph type="sldNum" sz="quarter" idx="12"/>
          </p:nvPr>
        </p:nvSpPr>
        <p:spPr/>
        <p:txBody>
          <a:bodyPr/>
          <a:lstStyle/>
          <a:p>
            <a:fld id="{E22B4E40-D89E-452D-A99C-D43FB2FD93F5}" type="slidenum">
              <a:rPr lang="en-US" smtClean="0"/>
              <a:t>4</a:t>
            </a:fld>
            <a:endParaRPr lang="en-US"/>
          </a:p>
        </p:txBody>
      </p:sp>
      <p:sp>
        <p:nvSpPr>
          <p:cNvPr id="6" name="Content Placeholder 5">
            <a:extLst>
              <a:ext uri="{FF2B5EF4-FFF2-40B4-BE49-F238E27FC236}">
                <a16:creationId xmlns:a16="http://schemas.microsoft.com/office/drawing/2014/main" id="{D338C4F9-B980-E1DA-E20D-F257F786F806}"/>
              </a:ext>
            </a:extLst>
          </p:cNvPr>
          <p:cNvSpPr>
            <a:spLocks noGrp="1"/>
          </p:cNvSpPr>
          <p:nvPr>
            <p:ph idx="1"/>
          </p:nvPr>
        </p:nvSpPr>
        <p:spPr/>
        <p:txBody>
          <a:bodyPr/>
          <a:lstStyle/>
          <a:p>
            <a:r>
              <a:rPr lang="en-US" dirty="0">
                <a:hlinkClick r:id="rId2"/>
              </a:rPr>
              <a:t>Community Edition - Jaspersoft Community</a:t>
            </a:r>
            <a:r>
              <a:rPr lang="en-US" dirty="0"/>
              <a:t> </a:t>
            </a:r>
          </a:p>
          <a:p>
            <a:r>
              <a:rPr lang="en-US" dirty="0">
                <a:hlinkClick r:id="rId2"/>
              </a:rPr>
              <a:t>https://community.jaspersoft.com/download-jaspersoft/community-edition/</a:t>
            </a:r>
            <a:endParaRPr lang="en-US" dirty="0"/>
          </a:p>
          <a:p>
            <a:endParaRPr lang="en-US" dirty="0"/>
          </a:p>
          <a:p>
            <a:r>
              <a:rPr lang="en-US" dirty="0" err="1"/>
              <a:t>JasperReports</a:t>
            </a:r>
            <a:r>
              <a:rPr lang="en-US" dirty="0"/>
              <a:t> Library</a:t>
            </a:r>
          </a:p>
          <a:p>
            <a:r>
              <a:rPr lang="en-US" dirty="0"/>
              <a:t>Jaspersoft Studio</a:t>
            </a:r>
          </a:p>
          <a:p>
            <a:endParaRPr lang="en-US" dirty="0"/>
          </a:p>
        </p:txBody>
      </p:sp>
    </p:spTree>
    <p:extLst>
      <p:ext uri="{BB962C8B-B14F-4D97-AF65-F5344CB8AC3E}">
        <p14:creationId xmlns:p14="http://schemas.microsoft.com/office/powerpoint/2010/main" val="1199557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5B8C0-76F0-CF55-2663-B3EB18B8AD64}"/>
              </a:ext>
            </a:extLst>
          </p:cNvPr>
          <p:cNvSpPr>
            <a:spLocks noGrp="1"/>
          </p:cNvSpPr>
          <p:nvPr>
            <p:ph type="title"/>
          </p:nvPr>
        </p:nvSpPr>
        <p:spPr/>
        <p:txBody>
          <a:bodyPr/>
          <a:lstStyle/>
          <a:p>
            <a:r>
              <a:rPr lang="en-US" b="1" dirty="0"/>
              <a:t>Jaspersoft Studio</a:t>
            </a:r>
            <a:endParaRPr lang="en-US" dirty="0"/>
          </a:p>
        </p:txBody>
      </p:sp>
      <p:sp>
        <p:nvSpPr>
          <p:cNvPr id="3" name="Content Placeholder 2">
            <a:extLst>
              <a:ext uri="{FF2B5EF4-FFF2-40B4-BE49-F238E27FC236}">
                <a16:creationId xmlns:a16="http://schemas.microsoft.com/office/drawing/2014/main" id="{F9D1DD70-A541-5A16-CC57-0D9ED6F64C49}"/>
              </a:ext>
            </a:extLst>
          </p:cNvPr>
          <p:cNvSpPr>
            <a:spLocks noGrp="1"/>
          </p:cNvSpPr>
          <p:nvPr>
            <p:ph idx="1"/>
          </p:nvPr>
        </p:nvSpPr>
        <p:spPr/>
        <p:txBody>
          <a:bodyPr>
            <a:normAutofit/>
          </a:bodyPr>
          <a:lstStyle/>
          <a:p>
            <a:r>
              <a:rPr lang="en-US" dirty="0" err="1"/>
              <a:t>JasperReports</a:t>
            </a:r>
            <a:r>
              <a:rPr lang="en-US" dirty="0"/>
              <a:t> is an open source Java reporting tool that can write to a variety of targets, such as: screen, a printer into PDF, HTML, </a:t>
            </a:r>
            <a:r>
              <a:rPr lang="en-US" dirty="0" err="1"/>
              <a:t>MSExcel</a:t>
            </a:r>
            <a:r>
              <a:rPr lang="en-US" dirty="0"/>
              <a:t>, RTF, ODT, Comma-Separated Values (CSV), or XML files</a:t>
            </a:r>
          </a:p>
          <a:p>
            <a:r>
              <a:rPr lang="en-US" dirty="0"/>
              <a:t>it can be used in Java-enabled applications, including Java EE or web applications, to generate dynamic content</a:t>
            </a:r>
          </a:p>
          <a:p>
            <a:r>
              <a:rPr lang="en-US" dirty="0"/>
              <a:t>reads its instructions from an XML or .jasper file</a:t>
            </a:r>
          </a:p>
          <a:p>
            <a:r>
              <a:rPr lang="en-US" dirty="0"/>
              <a:t>several Java Integrated Development Environments, such as NetBeans, Eclipse, … provide instructions for users wishing to integrate </a:t>
            </a:r>
            <a:r>
              <a:rPr lang="en-US" dirty="0" err="1"/>
              <a:t>JasperReports</a:t>
            </a:r>
            <a:r>
              <a:rPr lang="en-US" dirty="0"/>
              <a:t> into project</a:t>
            </a:r>
          </a:p>
        </p:txBody>
      </p:sp>
      <p:sp>
        <p:nvSpPr>
          <p:cNvPr id="4" name="Slide Number Placeholder 3">
            <a:extLst>
              <a:ext uri="{FF2B5EF4-FFF2-40B4-BE49-F238E27FC236}">
                <a16:creationId xmlns:a16="http://schemas.microsoft.com/office/drawing/2014/main" id="{5CACC0AC-6C8C-8FCE-8005-66C8EFA8CE40}"/>
              </a:ext>
            </a:extLst>
          </p:cNvPr>
          <p:cNvSpPr>
            <a:spLocks noGrp="1"/>
          </p:cNvSpPr>
          <p:nvPr>
            <p:ph type="sldNum" sz="quarter" idx="12"/>
          </p:nvPr>
        </p:nvSpPr>
        <p:spPr/>
        <p:txBody>
          <a:bodyPr/>
          <a:lstStyle/>
          <a:p>
            <a:fld id="{E22B4E40-D89E-452D-A99C-D43FB2FD93F5}" type="slidenum">
              <a:rPr lang="en-US" smtClean="0"/>
              <a:t>5</a:t>
            </a:fld>
            <a:endParaRPr lang="en-US"/>
          </a:p>
        </p:txBody>
      </p:sp>
    </p:spTree>
    <p:extLst>
      <p:ext uri="{BB962C8B-B14F-4D97-AF65-F5344CB8AC3E}">
        <p14:creationId xmlns:p14="http://schemas.microsoft.com/office/powerpoint/2010/main" val="1042218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5A17BC-1CD2-9C77-1FDD-D22A477177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B84A5-84AB-96CF-B238-E5903339698E}"/>
              </a:ext>
            </a:extLst>
          </p:cNvPr>
          <p:cNvSpPr>
            <a:spLocks noGrp="1"/>
          </p:cNvSpPr>
          <p:nvPr>
            <p:ph type="title"/>
          </p:nvPr>
        </p:nvSpPr>
        <p:spPr/>
        <p:txBody>
          <a:bodyPr/>
          <a:lstStyle/>
          <a:p>
            <a:r>
              <a:rPr lang="en-US" b="1" dirty="0"/>
              <a:t>Jaspersoft Studio</a:t>
            </a:r>
            <a:endParaRPr lang="en-US" dirty="0"/>
          </a:p>
        </p:txBody>
      </p:sp>
      <p:sp>
        <p:nvSpPr>
          <p:cNvPr id="3" name="Content Placeholder 2">
            <a:extLst>
              <a:ext uri="{FF2B5EF4-FFF2-40B4-BE49-F238E27FC236}">
                <a16:creationId xmlns:a16="http://schemas.microsoft.com/office/drawing/2014/main" id="{CCF92C9E-71B9-448B-7774-DA9B93E0749B}"/>
              </a:ext>
            </a:extLst>
          </p:cNvPr>
          <p:cNvSpPr>
            <a:spLocks noGrp="1"/>
          </p:cNvSpPr>
          <p:nvPr>
            <p:ph idx="1"/>
          </p:nvPr>
        </p:nvSpPr>
        <p:spPr/>
        <p:txBody>
          <a:bodyPr>
            <a:normAutofit/>
          </a:bodyPr>
          <a:lstStyle/>
          <a:p>
            <a:r>
              <a:rPr lang="en-US" dirty="0"/>
              <a:t>Linux </a:t>
            </a:r>
          </a:p>
          <a:p>
            <a:r>
              <a:rPr lang="en-US" dirty="0"/>
              <a:t>MacOS</a:t>
            </a:r>
          </a:p>
          <a:p>
            <a:r>
              <a:rPr lang="en-US" dirty="0"/>
              <a:t>Windows</a:t>
            </a:r>
          </a:p>
          <a:p>
            <a:endParaRPr lang="en-US" dirty="0"/>
          </a:p>
        </p:txBody>
      </p:sp>
      <p:sp>
        <p:nvSpPr>
          <p:cNvPr id="4" name="Slide Number Placeholder 3">
            <a:extLst>
              <a:ext uri="{FF2B5EF4-FFF2-40B4-BE49-F238E27FC236}">
                <a16:creationId xmlns:a16="http://schemas.microsoft.com/office/drawing/2014/main" id="{065F163B-467B-ED39-8A7E-770A11296F32}"/>
              </a:ext>
            </a:extLst>
          </p:cNvPr>
          <p:cNvSpPr>
            <a:spLocks noGrp="1"/>
          </p:cNvSpPr>
          <p:nvPr>
            <p:ph type="sldNum" sz="quarter" idx="12"/>
          </p:nvPr>
        </p:nvSpPr>
        <p:spPr/>
        <p:txBody>
          <a:bodyPr/>
          <a:lstStyle/>
          <a:p>
            <a:fld id="{E22B4E40-D89E-452D-A99C-D43FB2FD93F5}" type="slidenum">
              <a:rPr lang="en-US" smtClean="0"/>
              <a:t>6</a:t>
            </a:fld>
            <a:endParaRPr lang="en-US"/>
          </a:p>
        </p:txBody>
      </p:sp>
    </p:spTree>
    <p:extLst>
      <p:ext uri="{BB962C8B-B14F-4D97-AF65-F5344CB8AC3E}">
        <p14:creationId xmlns:p14="http://schemas.microsoft.com/office/powerpoint/2010/main" val="34660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71DB1-E34F-07F2-E3B4-27DFEADE39D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BD1195F-F09E-D98E-8B72-D916F52CDA09}"/>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118C197-1C2E-D39A-A5C8-94C4E5113D25}"/>
              </a:ext>
            </a:extLst>
          </p:cNvPr>
          <p:cNvSpPr>
            <a:spLocks noGrp="1"/>
          </p:cNvSpPr>
          <p:nvPr>
            <p:ph type="sldNum" sz="quarter" idx="12"/>
          </p:nvPr>
        </p:nvSpPr>
        <p:spPr/>
        <p:txBody>
          <a:bodyPr/>
          <a:lstStyle/>
          <a:p>
            <a:fld id="{E22B4E40-D89E-452D-A99C-D43FB2FD93F5}" type="slidenum">
              <a:rPr lang="en-US" smtClean="0"/>
              <a:t>7</a:t>
            </a:fld>
            <a:endParaRPr lang="en-US"/>
          </a:p>
        </p:txBody>
      </p:sp>
    </p:spTree>
    <p:extLst>
      <p:ext uri="{BB962C8B-B14F-4D97-AF65-F5344CB8AC3E}">
        <p14:creationId xmlns:p14="http://schemas.microsoft.com/office/powerpoint/2010/main" val="2454947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D7FAA-5562-BDCA-BEC0-A378C78D0B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CA8523F-F6F6-742C-4E1A-4B8039429746}"/>
              </a:ext>
            </a:extLst>
          </p:cNvPr>
          <p:cNvSpPr>
            <a:spLocks noGrp="1"/>
          </p:cNvSpPr>
          <p:nvPr>
            <p:ph idx="1"/>
          </p:nvPr>
        </p:nvSpPr>
        <p:spPr>
          <a:xfrm>
            <a:off x="838199" y="1825625"/>
            <a:ext cx="10763865" cy="4351338"/>
          </a:xfrm>
        </p:spPr>
        <p:txBody>
          <a:bodyPr/>
          <a:lstStyle/>
          <a:p>
            <a:r>
              <a:rPr lang="en-US" sz="2700" dirty="0">
                <a:hlinkClick r:id="rId2"/>
              </a:rPr>
              <a:t>Getting Started with Jaspersoft Studio - 9.0.0 - Jaspersoft Community</a:t>
            </a:r>
            <a:endParaRPr lang="en-US" sz="2700" dirty="0"/>
          </a:p>
          <a:p>
            <a:r>
              <a:rPr lang="en-US" sz="2500" dirty="0">
                <a:hlinkClick r:id="rId3"/>
              </a:rPr>
              <a:t>https://community.jaspersoft.com/documentation/jaspersoft%C2%AE-studio/tibco-jaspersoft-studio-user-guide/v900/jss-user-_-getting-started/</a:t>
            </a:r>
          </a:p>
          <a:p>
            <a:endParaRPr lang="en-US" sz="2000" dirty="0">
              <a:hlinkClick r:id="rId3"/>
            </a:endParaRPr>
          </a:p>
          <a:p>
            <a:r>
              <a:rPr lang="en-US" sz="2700" dirty="0" err="1">
                <a:hlinkClick r:id="rId3"/>
              </a:rPr>
              <a:t>JasperReports</a:t>
            </a:r>
            <a:r>
              <a:rPr lang="en-US" sz="2700" dirty="0">
                <a:hlinkClick r:id="rId3"/>
              </a:rPr>
              <a:t> Tutorial</a:t>
            </a:r>
            <a:endParaRPr lang="en-US" sz="2700" dirty="0"/>
          </a:p>
          <a:p>
            <a:r>
              <a:rPr lang="en-US" sz="2700" dirty="0">
                <a:hlinkClick r:id="rId3"/>
              </a:rPr>
              <a:t>https://www.tutorialspoint.com/jasper_reports/index.htm</a:t>
            </a:r>
            <a:endParaRPr lang="en-US" sz="2700" dirty="0"/>
          </a:p>
          <a:p>
            <a:endParaRPr lang="en-US" dirty="0"/>
          </a:p>
        </p:txBody>
      </p:sp>
      <p:sp>
        <p:nvSpPr>
          <p:cNvPr id="4" name="Slide Number Placeholder 3">
            <a:extLst>
              <a:ext uri="{FF2B5EF4-FFF2-40B4-BE49-F238E27FC236}">
                <a16:creationId xmlns:a16="http://schemas.microsoft.com/office/drawing/2014/main" id="{2644C10E-0700-6E0B-02AF-1BAE74C368EA}"/>
              </a:ext>
            </a:extLst>
          </p:cNvPr>
          <p:cNvSpPr>
            <a:spLocks noGrp="1"/>
          </p:cNvSpPr>
          <p:nvPr>
            <p:ph type="sldNum" sz="quarter" idx="12"/>
          </p:nvPr>
        </p:nvSpPr>
        <p:spPr/>
        <p:txBody>
          <a:bodyPr/>
          <a:lstStyle/>
          <a:p>
            <a:fld id="{E22B4E40-D89E-452D-A99C-D43FB2FD93F5}" type="slidenum">
              <a:rPr lang="en-US" smtClean="0"/>
              <a:t>8</a:t>
            </a:fld>
            <a:endParaRPr lang="en-US"/>
          </a:p>
        </p:txBody>
      </p:sp>
    </p:spTree>
    <p:extLst>
      <p:ext uri="{BB962C8B-B14F-4D97-AF65-F5344CB8AC3E}">
        <p14:creationId xmlns:p14="http://schemas.microsoft.com/office/powerpoint/2010/main" val="2810661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8F31F-38C0-7685-8B05-4A5FF30DD5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05AA28-E669-317D-B61E-CE8D0B5DD50D}"/>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95ACAB9-B295-1A50-F712-77F47321B92A}"/>
              </a:ext>
            </a:extLst>
          </p:cNvPr>
          <p:cNvSpPr>
            <a:spLocks noGrp="1"/>
          </p:cNvSpPr>
          <p:nvPr>
            <p:ph type="sldNum" sz="quarter" idx="12"/>
          </p:nvPr>
        </p:nvSpPr>
        <p:spPr/>
        <p:txBody>
          <a:bodyPr/>
          <a:lstStyle/>
          <a:p>
            <a:fld id="{E22B4E40-D89E-452D-A99C-D43FB2FD93F5}" type="slidenum">
              <a:rPr lang="en-US" smtClean="0"/>
              <a:t>9</a:t>
            </a:fld>
            <a:endParaRPr lang="en-US"/>
          </a:p>
        </p:txBody>
      </p:sp>
    </p:spTree>
    <p:extLst>
      <p:ext uri="{BB962C8B-B14F-4D97-AF65-F5344CB8AC3E}">
        <p14:creationId xmlns:p14="http://schemas.microsoft.com/office/powerpoint/2010/main" val="4437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7C9BE-6348-05A8-5FB0-FC0A8E498FEC}"/>
              </a:ext>
            </a:extLst>
          </p:cNvPr>
          <p:cNvSpPr>
            <a:spLocks noGrp="1"/>
          </p:cNvSpPr>
          <p:nvPr>
            <p:ph type="title"/>
          </p:nvPr>
        </p:nvSpPr>
        <p:spPr/>
        <p:txBody>
          <a:bodyPr/>
          <a:lstStyle/>
          <a:p>
            <a:r>
              <a:rPr lang="en-US" dirty="0"/>
              <a:t>Business Intelligence reporting</a:t>
            </a:r>
          </a:p>
        </p:txBody>
      </p:sp>
      <p:sp>
        <p:nvSpPr>
          <p:cNvPr id="3" name="Content Placeholder 2">
            <a:extLst>
              <a:ext uri="{FF2B5EF4-FFF2-40B4-BE49-F238E27FC236}">
                <a16:creationId xmlns:a16="http://schemas.microsoft.com/office/drawing/2014/main" id="{1CC96C11-0AFA-0583-121E-7FFF427C5DFF}"/>
              </a:ext>
            </a:extLst>
          </p:cNvPr>
          <p:cNvSpPr>
            <a:spLocks noGrp="1"/>
          </p:cNvSpPr>
          <p:nvPr>
            <p:ph idx="1"/>
          </p:nvPr>
        </p:nvSpPr>
        <p:spPr/>
        <p:txBody>
          <a:bodyPr/>
          <a:lstStyle/>
          <a:p>
            <a:r>
              <a:rPr lang="en-US" dirty="0"/>
              <a:t>process of collecting, analyzing, and presenting data to inform business decisions</a:t>
            </a:r>
          </a:p>
          <a:p>
            <a:r>
              <a:rPr lang="en-US" dirty="0"/>
              <a:t>critical tool for businesses of all sizes, as it can help them to identify trends and patterns in their data, understand their customers better, and make better decisions about their products, services, and marketing, thereby improving their operational efficiency</a:t>
            </a:r>
          </a:p>
          <a:p>
            <a:endParaRPr lang="en-US" dirty="0"/>
          </a:p>
          <a:p>
            <a:endParaRPr lang="en-US" dirty="0"/>
          </a:p>
        </p:txBody>
      </p:sp>
      <p:sp>
        <p:nvSpPr>
          <p:cNvPr id="4" name="Slide Number Placeholder 3">
            <a:extLst>
              <a:ext uri="{FF2B5EF4-FFF2-40B4-BE49-F238E27FC236}">
                <a16:creationId xmlns:a16="http://schemas.microsoft.com/office/drawing/2014/main" id="{3CBBD66D-0B9E-035A-9D5D-F9679D3BEFF1}"/>
              </a:ext>
            </a:extLst>
          </p:cNvPr>
          <p:cNvSpPr>
            <a:spLocks noGrp="1"/>
          </p:cNvSpPr>
          <p:nvPr>
            <p:ph type="sldNum" sz="quarter" idx="12"/>
          </p:nvPr>
        </p:nvSpPr>
        <p:spPr/>
        <p:txBody>
          <a:bodyPr/>
          <a:lstStyle/>
          <a:p>
            <a:fld id="{E22B4E40-D89E-452D-A99C-D43FB2FD93F5}" type="slidenum">
              <a:rPr lang="en-US" smtClean="0"/>
              <a:t>10</a:t>
            </a:fld>
            <a:endParaRPr lang="en-US"/>
          </a:p>
        </p:txBody>
      </p:sp>
    </p:spTree>
    <p:extLst>
      <p:ext uri="{BB962C8B-B14F-4D97-AF65-F5344CB8AC3E}">
        <p14:creationId xmlns:p14="http://schemas.microsoft.com/office/powerpoint/2010/main" val="2852813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389A0-3FAB-789E-D004-BE070D057C1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994517-9F2B-E25A-C670-44173327394E}"/>
              </a:ext>
            </a:extLst>
          </p:cNvPr>
          <p:cNvSpPr>
            <a:spLocks noGrp="1"/>
          </p:cNvSpPr>
          <p:nvPr>
            <p:ph idx="1"/>
          </p:nvPr>
        </p:nvSpPr>
        <p:spPr/>
        <p:txBody>
          <a:bodyPr/>
          <a:lstStyle/>
          <a:p>
            <a:r>
              <a:rPr lang="en-US" dirty="0"/>
              <a:t>Reports</a:t>
            </a:r>
          </a:p>
          <a:p>
            <a:r>
              <a:rPr lang="en-US" dirty="0"/>
              <a:t>Dashboards provide a visual representation of key metrics, facilitating a quick grasp of complex information</a:t>
            </a:r>
          </a:p>
          <a:p>
            <a:r>
              <a:rPr lang="en-US" dirty="0"/>
              <a:t>Data visualization such as charts and graphs, enabling users to discern patterns and trends effortlessly</a:t>
            </a:r>
          </a:p>
          <a:p>
            <a:r>
              <a:rPr lang="en-US" dirty="0"/>
              <a:t>interactive reporting features empower users to drill down into specific data points, fostering a deeper understanding of the nuances within the dataset</a:t>
            </a:r>
          </a:p>
        </p:txBody>
      </p:sp>
      <p:sp>
        <p:nvSpPr>
          <p:cNvPr id="4" name="Slide Number Placeholder 3">
            <a:extLst>
              <a:ext uri="{FF2B5EF4-FFF2-40B4-BE49-F238E27FC236}">
                <a16:creationId xmlns:a16="http://schemas.microsoft.com/office/drawing/2014/main" id="{CCBED2CC-32D9-37B7-3209-52CA412C8A88}"/>
              </a:ext>
            </a:extLst>
          </p:cNvPr>
          <p:cNvSpPr>
            <a:spLocks noGrp="1"/>
          </p:cNvSpPr>
          <p:nvPr>
            <p:ph type="sldNum" sz="quarter" idx="12"/>
          </p:nvPr>
        </p:nvSpPr>
        <p:spPr/>
        <p:txBody>
          <a:bodyPr/>
          <a:lstStyle/>
          <a:p>
            <a:fld id="{E22B4E40-D89E-452D-A99C-D43FB2FD93F5}" type="slidenum">
              <a:rPr lang="en-US" smtClean="0"/>
              <a:t>11</a:t>
            </a:fld>
            <a:endParaRPr lang="en-US"/>
          </a:p>
        </p:txBody>
      </p:sp>
    </p:spTree>
    <p:extLst>
      <p:ext uri="{BB962C8B-B14F-4D97-AF65-F5344CB8AC3E}">
        <p14:creationId xmlns:p14="http://schemas.microsoft.com/office/powerpoint/2010/main" val="12287935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0896F-31ED-E523-5396-A3011600254B}"/>
              </a:ext>
            </a:extLst>
          </p:cNvPr>
          <p:cNvSpPr>
            <a:spLocks noGrp="1"/>
          </p:cNvSpPr>
          <p:nvPr>
            <p:ph type="title"/>
          </p:nvPr>
        </p:nvSpPr>
        <p:spPr/>
        <p:txBody>
          <a:bodyPr/>
          <a:lstStyle/>
          <a:p>
            <a:r>
              <a:rPr lang="en-US" dirty="0"/>
              <a:t>Key Performance Indicator (KPI)</a:t>
            </a:r>
          </a:p>
        </p:txBody>
      </p:sp>
      <p:sp>
        <p:nvSpPr>
          <p:cNvPr id="3" name="Content Placeholder 2">
            <a:extLst>
              <a:ext uri="{FF2B5EF4-FFF2-40B4-BE49-F238E27FC236}">
                <a16:creationId xmlns:a16="http://schemas.microsoft.com/office/drawing/2014/main" id="{E7B88DD5-6A81-0B3C-7916-5206E4F67B6B}"/>
              </a:ext>
            </a:extLst>
          </p:cNvPr>
          <p:cNvSpPr>
            <a:spLocks noGrp="1"/>
          </p:cNvSpPr>
          <p:nvPr>
            <p:ph idx="1"/>
          </p:nvPr>
        </p:nvSpPr>
        <p:spPr/>
        <p:txBody>
          <a:bodyPr/>
          <a:lstStyle/>
          <a:p>
            <a:r>
              <a:rPr lang="en-US" dirty="0"/>
              <a:t>a performance indicator or key performance indicator (KPI) is a type of performance measurement; evaluate the success of an organization or of a particular activity in which it engages</a:t>
            </a:r>
          </a:p>
          <a:p>
            <a:r>
              <a:rPr lang="en-US" dirty="0"/>
              <a:t>provide a focus for strategic and operational improvement, create an analytical basis for decision making and help focus attention on what matters most</a:t>
            </a:r>
          </a:p>
        </p:txBody>
      </p:sp>
      <p:sp>
        <p:nvSpPr>
          <p:cNvPr id="4" name="Slide Number Placeholder 3">
            <a:extLst>
              <a:ext uri="{FF2B5EF4-FFF2-40B4-BE49-F238E27FC236}">
                <a16:creationId xmlns:a16="http://schemas.microsoft.com/office/drawing/2014/main" id="{363D64C2-5F8B-648A-E1CE-7B6192BC00D1}"/>
              </a:ext>
            </a:extLst>
          </p:cNvPr>
          <p:cNvSpPr>
            <a:spLocks noGrp="1"/>
          </p:cNvSpPr>
          <p:nvPr>
            <p:ph type="sldNum" sz="quarter" idx="12"/>
          </p:nvPr>
        </p:nvSpPr>
        <p:spPr/>
        <p:txBody>
          <a:bodyPr/>
          <a:lstStyle/>
          <a:p>
            <a:fld id="{E22B4E40-D89E-452D-A99C-D43FB2FD93F5}" type="slidenum">
              <a:rPr lang="en-US" smtClean="0"/>
              <a:t>12</a:t>
            </a:fld>
            <a:endParaRPr lang="en-US"/>
          </a:p>
        </p:txBody>
      </p:sp>
    </p:spTree>
    <p:extLst>
      <p:ext uri="{BB962C8B-B14F-4D97-AF65-F5344CB8AC3E}">
        <p14:creationId xmlns:p14="http://schemas.microsoft.com/office/powerpoint/2010/main" val="3917190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8CEFB-46B4-B606-25E8-3A878F0361FF}"/>
              </a:ext>
            </a:extLst>
          </p:cNvPr>
          <p:cNvSpPr>
            <a:spLocks noGrp="1"/>
          </p:cNvSpPr>
          <p:nvPr>
            <p:ph type="title"/>
          </p:nvPr>
        </p:nvSpPr>
        <p:spPr/>
        <p:txBody>
          <a:bodyPr/>
          <a:lstStyle/>
          <a:p>
            <a:r>
              <a:rPr lang="en-US" dirty="0"/>
              <a:t>Dimensional modeling</a:t>
            </a:r>
          </a:p>
        </p:txBody>
      </p:sp>
      <p:sp>
        <p:nvSpPr>
          <p:cNvPr id="3" name="Content Placeholder 2">
            <a:extLst>
              <a:ext uri="{FF2B5EF4-FFF2-40B4-BE49-F238E27FC236}">
                <a16:creationId xmlns:a16="http://schemas.microsoft.com/office/drawing/2014/main" id="{C74AC717-F3B1-893D-F13B-C931A7C4AE4E}"/>
              </a:ext>
            </a:extLst>
          </p:cNvPr>
          <p:cNvSpPr>
            <a:spLocks noGrp="1"/>
          </p:cNvSpPr>
          <p:nvPr>
            <p:ph idx="1"/>
          </p:nvPr>
        </p:nvSpPr>
        <p:spPr/>
        <p:txBody>
          <a:bodyPr>
            <a:noAutofit/>
          </a:bodyPr>
          <a:lstStyle/>
          <a:p>
            <a:r>
              <a:rPr lang="en-US" dirty="0"/>
              <a:t>includes a set of methods, techniques and concepts for use in Data Warehouse design</a:t>
            </a:r>
          </a:p>
          <a:p>
            <a:r>
              <a:rPr lang="en-US" dirty="0"/>
              <a:t>approach focuses on identifying the key business processes within a business and modelling and implementing these first before adding additional business processes, as a bottom-up approach</a:t>
            </a:r>
          </a:p>
          <a:p>
            <a:r>
              <a:rPr lang="en-US" dirty="0"/>
              <a:t>dimensional model is built on a star-like schema or snowflake schema, with dimensions surrounding the fact table</a:t>
            </a:r>
          </a:p>
        </p:txBody>
      </p:sp>
      <p:sp>
        <p:nvSpPr>
          <p:cNvPr id="4" name="Slide Number Placeholder 3">
            <a:extLst>
              <a:ext uri="{FF2B5EF4-FFF2-40B4-BE49-F238E27FC236}">
                <a16:creationId xmlns:a16="http://schemas.microsoft.com/office/drawing/2014/main" id="{F1586EEF-412A-2F9C-03DD-71BADC2B9559}"/>
              </a:ext>
            </a:extLst>
          </p:cNvPr>
          <p:cNvSpPr>
            <a:spLocks noGrp="1"/>
          </p:cNvSpPr>
          <p:nvPr>
            <p:ph type="sldNum" sz="quarter" idx="12"/>
          </p:nvPr>
        </p:nvSpPr>
        <p:spPr/>
        <p:txBody>
          <a:bodyPr/>
          <a:lstStyle/>
          <a:p>
            <a:fld id="{E22B4E40-D89E-452D-A99C-D43FB2FD93F5}" type="slidenum">
              <a:rPr lang="en-US" smtClean="0"/>
              <a:t>13</a:t>
            </a:fld>
            <a:endParaRPr lang="en-US"/>
          </a:p>
        </p:txBody>
      </p:sp>
    </p:spTree>
    <p:extLst>
      <p:ext uri="{BB962C8B-B14F-4D97-AF65-F5344CB8AC3E}">
        <p14:creationId xmlns:p14="http://schemas.microsoft.com/office/powerpoint/2010/main" val="4028186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C690D-9939-D79F-F4E8-9D428EFBB8B1}"/>
              </a:ext>
            </a:extLst>
          </p:cNvPr>
          <p:cNvSpPr>
            <a:spLocks noGrp="1"/>
          </p:cNvSpPr>
          <p:nvPr>
            <p:ph type="title"/>
          </p:nvPr>
        </p:nvSpPr>
        <p:spPr/>
        <p:txBody>
          <a:bodyPr/>
          <a:lstStyle/>
          <a:p>
            <a:r>
              <a:rPr lang="en-US" dirty="0"/>
              <a:t>Dimensional modeling</a:t>
            </a:r>
          </a:p>
        </p:txBody>
      </p:sp>
      <p:sp>
        <p:nvSpPr>
          <p:cNvPr id="3" name="Content Placeholder 2">
            <a:extLst>
              <a:ext uri="{FF2B5EF4-FFF2-40B4-BE49-F238E27FC236}">
                <a16:creationId xmlns:a16="http://schemas.microsoft.com/office/drawing/2014/main" id="{55230823-EB6F-357A-37CC-50C90605251B}"/>
              </a:ext>
            </a:extLst>
          </p:cNvPr>
          <p:cNvSpPr>
            <a:spLocks noGrp="1"/>
          </p:cNvSpPr>
          <p:nvPr>
            <p:ph idx="1"/>
          </p:nvPr>
        </p:nvSpPr>
        <p:spPr/>
        <p:txBody>
          <a:bodyPr>
            <a:normAutofit/>
          </a:bodyPr>
          <a:lstStyle/>
          <a:p>
            <a:r>
              <a:rPr lang="en-US" dirty="0"/>
              <a:t>uses the concepts of </a:t>
            </a:r>
            <a:r>
              <a:rPr lang="en-US" sz="3200" b="1" dirty="0"/>
              <a:t>facts (measures)</a:t>
            </a:r>
            <a:r>
              <a:rPr lang="en-US" dirty="0"/>
              <a:t>, and </a:t>
            </a:r>
            <a:r>
              <a:rPr lang="en-US" sz="3200" b="1" dirty="0"/>
              <a:t>dimensions (context)</a:t>
            </a:r>
            <a:endParaRPr lang="en-US" dirty="0"/>
          </a:p>
          <a:p>
            <a:r>
              <a:rPr lang="en-US" dirty="0"/>
              <a:t>facts are typically (but not always) numeric values that can be aggregated</a:t>
            </a:r>
          </a:p>
          <a:p>
            <a:r>
              <a:rPr lang="en-US" dirty="0"/>
              <a:t>dimensions are groups of hierarchies and descriptors that define the (context of) facts</a:t>
            </a:r>
          </a:p>
        </p:txBody>
      </p:sp>
      <p:sp>
        <p:nvSpPr>
          <p:cNvPr id="4" name="Slide Number Placeholder 3">
            <a:extLst>
              <a:ext uri="{FF2B5EF4-FFF2-40B4-BE49-F238E27FC236}">
                <a16:creationId xmlns:a16="http://schemas.microsoft.com/office/drawing/2014/main" id="{37F45695-C058-7E6F-1B1D-F3AA69C26454}"/>
              </a:ext>
            </a:extLst>
          </p:cNvPr>
          <p:cNvSpPr>
            <a:spLocks noGrp="1"/>
          </p:cNvSpPr>
          <p:nvPr>
            <p:ph type="sldNum" sz="quarter" idx="12"/>
          </p:nvPr>
        </p:nvSpPr>
        <p:spPr/>
        <p:txBody>
          <a:bodyPr/>
          <a:lstStyle/>
          <a:p>
            <a:fld id="{E22B4E40-D89E-452D-A99C-D43FB2FD93F5}" type="slidenum">
              <a:rPr lang="en-US" smtClean="0"/>
              <a:t>14</a:t>
            </a:fld>
            <a:endParaRPr lang="en-US"/>
          </a:p>
        </p:txBody>
      </p:sp>
    </p:spTree>
    <p:extLst>
      <p:ext uri="{BB962C8B-B14F-4D97-AF65-F5344CB8AC3E}">
        <p14:creationId xmlns:p14="http://schemas.microsoft.com/office/powerpoint/2010/main" val="38681138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793CEA-609C-A706-A374-D843FE87F0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D14D713-E75E-2584-1D69-121AA00BA0C5}"/>
              </a:ext>
            </a:extLst>
          </p:cNvPr>
          <p:cNvSpPr>
            <a:spLocks noGrp="1"/>
          </p:cNvSpPr>
          <p:nvPr>
            <p:ph idx="1"/>
          </p:nvPr>
        </p:nvSpPr>
        <p:spPr/>
        <p:txBody>
          <a:bodyPr/>
          <a:lstStyle/>
          <a:p>
            <a:r>
              <a:rPr lang="en-US" dirty="0"/>
              <a:t>for example, sales amount is a fact; timestamp, product, store, etc. are elements of dimensions</a:t>
            </a:r>
          </a:p>
          <a:p>
            <a:r>
              <a:rPr lang="en-US" dirty="0"/>
              <a:t>dimensional models are built by business process area</a:t>
            </a:r>
          </a:p>
        </p:txBody>
      </p:sp>
      <p:sp>
        <p:nvSpPr>
          <p:cNvPr id="4" name="Slide Number Placeholder 3">
            <a:extLst>
              <a:ext uri="{FF2B5EF4-FFF2-40B4-BE49-F238E27FC236}">
                <a16:creationId xmlns:a16="http://schemas.microsoft.com/office/drawing/2014/main" id="{545F0000-2E71-3D6F-83E5-FC5746CF8AD0}"/>
              </a:ext>
            </a:extLst>
          </p:cNvPr>
          <p:cNvSpPr>
            <a:spLocks noGrp="1"/>
          </p:cNvSpPr>
          <p:nvPr>
            <p:ph type="sldNum" sz="quarter" idx="12"/>
          </p:nvPr>
        </p:nvSpPr>
        <p:spPr/>
        <p:txBody>
          <a:bodyPr/>
          <a:lstStyle/>
          <a:p>
            <a:fld id="{E22B4E40-D89E-452D-A99C-D43FB2FD93F5}" type="slidenum">
              <a:rPr lang="en-US" smtClean="0"/>
              <a:t>15</a:t>
            </a:fld>
            <a:endParaRPr lang="en-US"/>
          </a:p>
        </p:txBody>
      </p:sp>
    </p:spTree>
    <p:extLst>
      <p:ext uri="{BB962C8B-B14F-4D97-AF65-F5344CB8AC3E}">
        <p14:creationId xmlns:p14="http://schemas.microsoft.com/office/powerpoint/2010/main" val="2607244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6242A-1982-F26F-76F1-19ADE93B3DFE}"/>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A28827FC-C049-6BF2-E7A6-2A96DF45A2C5}"/>
              </a:ext>
            </a:extLst>
          </p:cNvPr>
          <p:cNvPicPr>
            <a:picLocks noGrp="1" noChangeAspect="1"/>
          </p:cNvPicPr>
          <p:nvPr>
            <p:ph idx="1"/>
          </p:nvPr>
        </p:nvPicPr>
        <p:blipFill>
          <a:blip r:embed="rId2"/>
          <a:stretch>
            <a:fillRect/>
          </a:stretch>
        </p:blipFill>
        <p:spPr>
          <a:xfrm>
            <a:off x="2743200" y="274320"/>
            <a:ext cx="7454378" cy="6393354"/>
          </a:xfrm>
          <a:prstGeom prst="rect">
            <a:avLst/>
          </a:prstGeom>
        </p:spPr>
      </p:pic>
      <p:sp>
        <p:nvSpPr>
          <p:cNvPr id="4" name="Slide Number Placeholder 3">
            <a:extLst>
              <a:ext uri="{FF2B5EF4-FFF2-40B4-BE49-F238E27FC236}">
                <a16:creationId xmlns:a16="http://schemas.microsoft.com/office/drawing/2014/main" id="{14F32405-EC1D-7964-F3C7-3562B9E3D627}"/>
              </a:ext>
            </a:extLst>
          </p:cNvPr>
          <p:cNvSpPr>
            <a:spLocks noGrp="1"/>
          </p:cNvSpPr>
          <p:nvPr>
            <p:ph type="sldNum" sz="quarter" idx="12"/>
          </p:nvPr>
        </p:nvSpPr>
        <p:spPr/>
        <p:txBody>
          <a:bodyPr/>
          <a:lstStyle/>
          <a:p>
            <a:fld id="{E22B4E40-D89E-452D-A99C-D43FB2FD93F5}" type="slidenum">
              <a:rPr lang="en-US" smtClean="0"/>
              <a:t>16</a:t>
            </a:fld>
            <a:endParaRPr lang="en-US"/>
          </a:p>
        </p:txBody>
      </p:sp>
    </p:spTree>
    <p:extLst>
      <p:ext uri="{BB962C8B-B14F-4D97-AF65-F5344CB8AC3E}">
        <p14:creationId xmlns:p14="http://schemas.microsoft.com/office/powerpoint/2010/main" val="1287738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33454-837D-283A-C1F8-5D4F8F54F6B2}"/>
              </a:ext>
            </a:extLst>
          </p:cNvPr>
          <p:cNvSpPr>
            <a:spLocks noGrp="1"/>
          </p:cNvSpPr>
          <p:nvPr>
            <p:ph type="title"/>
          </p:nvPr>
        </p:nvSpPr>
        <p:spPr/>
        <p:txBody>
          <a:bodyPr/>
          <a:lstStyle/>
          <a:p>
            <a:r>
              <a:rPr lang="en-US" dirty="0"/>
              <a:t>Jaspersoft Studio</a:t>
            </a:r>
          </a:p>
        </p:txBody>
      </p:sp>
      <p:sp>
        <p:nvSpPr>
          <p:cNvPr id="3" name="Content Placeholder 2">
            <a:extLst>
              <a:ext uri="{FF2B5EF4-FFF2-40B4-BE49-F238E27FC236}">
                <a16:creationId xmlns:a16="http://schemas.microsoft.com/office/drawing/2014/main" id="{9B7381C0-49EB-0358-9C99-5A0E72AF8428}"/>
              </a:ext>
            </a:extLst>
          </p:cNvPr>
          <p:cNvSpPr>
            <a:spLocks noGrp="1"/>
          </p:cNvSpPr>
          <p:nvPr>
            <p:ph idx="1"/>
          </p:nvPr>
        </p:nvSpPr>
        <p:spPr/>
        <p:txBody>
          <a:bodyPr>
            <a:normAutofit fontScale="92500" lnSpcReduction="20000"/>
          </a:bodyPr>
          <a:lstStyle/>
          <a:p>
            <a:r>
              <a:rPr lang="en-US" dirty="0"/>
              <a:t>enables to create highly formatted, pixel-perfect designed reports and data visualizations that meet any requirements and can pull from the widest selection of data sources</a:t>
            </a:r>
          </a:p>
          <a:p>
            <a:r>
              <a:rPr lang="en-US" dirty="0"/>
              <a:t>built on an open source foundation and we continue to embrace that philosophy</a:t>
            </a:r>
          </a:p>
          <a:p>
            <a:r>
              <a:rPr lang="en-US" dirty="0"/>
              <a:t>community edition provides access to extensive </a:t>
            </a:r>
            <a:r>
              <a:rPr lang="en-US" dirty="0" err="1"/>
              <a:t>JasperReports</a:t>
            </a:r>
            <a:r>
              <a:rPr lang="en-US" dirty="0"/>
              <a:t> Library and Jaspersoft Studio</a:t>
            </a:r>
          </a:p>
          <a:p>
            <a:r>
              <a:rPr lang="en-US" b="1" dirty="0" err="1"/>
              <a:t>JasperReports</a:t>
            </a:r>
            <a:r>
              <a:rPr lang="en-US" b="1" dirty="0"/>
              <a:t> Library </a:t>
            </a:r>
            <a:r>
              <a:rPr lang="en-US" dirty="0"/>
              <a:t>written entirely in Java, runs anywhere; can deliver beautifully rendered reports and other data visualizations from raw data </a:t>
            </a:r>
          </a:p>
          <a:p>
            <a:r>
              <a:rPr lang="en-US" dirty="0"/>
              <a:t>simple, flexible, and configurable API for developers to interface with and can easily adapt to various needs when embedded into Java application</a:t>
            </a:r>
          </a:p>
        </p:txBody>
      </p:sp>
      <p:sp>
        <p:nvSpPr>
          <p:cNvPr id="4" name="Slide Number Placeholder 3">
            <a:extLst>
              <a:ext uri="{FF2B5EF4-FFF2-40B4-BE49-F238E27FC236}">
                <a16:creationId xmlns:a16="http://schemas.microsoft.com/office/drawing/2014/main" id="{4589A842-7FD5-DBAA-8341-851C235DC283}"/>
              </a:ext>
            </a:extLst>
          </p:cNvPr>
          <p:cNvSpPr>
            <a:spLocks noGrp="1"/>
          </p:cNvSpPr>
          <p:nvPr>
            <p:ph type="sldNum" sz="quarter" idx="12"/>
          </p:nvPr>
        </p:nvSpPr>
        <p:spPr/>
        <p:txBody>
          <a:bodyPr/>
          <a:lstStyle/>
          <a:p>
            <a:fld id="{E22B4E40-D89E-452D-A99C-D43FB2FD93F5}" type="slidenum">
              <a:rPr lang="en-US" smtClean="0"/>
              <a:t>17</a:t>
            </a:fld>
            <a:endParaRPr lang="en-US"/>
          </a:p>
        </p:txBody>
      </p:sp>
    </p:spTree>
    <p:extLst>
      <p:ext uri="{BB962C8B-B14F-4D97-AF65-F5344CB8AC3E}">
        <p14:creationId xmlns:p14="http://schemas.microsoft.com/office/powerpoint/2010/main" val="1517577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38C33-4516-04D6-6656-33D445E57B77}"/>
              </a:ext>
            </a:extLst>
          </p:cNvPr>
          <p:cNvSpPr>
            <a:spLocks noGrp="1"/>
          </p:cNvSpPr>
          <p:nvPr>
            <p:ph type="title"/>
          </p:nvPr>
        </p:nvSpPr>
        <p:spPr>
          <a:xfrm>
            <a:off x="838200" y="365125"/>
            <a:ext cx="10754032" cy="1325563"/>
          </a:xfrm>
        </p:spPr>
        <p:txBody>
          <a:bodyPr>
            <a:normAutofit/>
          </a:bodyPr>
          <a:lstStyle/>
          <a:p>
            <a:r>
              <a:rPr lang="en-US" sz="3700" dirty="0"/>
              <a:t>download</a:t>
            </a:r>
            <a:r>
              <a:rPr lang="en-US" sz="3700" b="1" dirty="0"/>
              <a:t> js-studiocomm</a:t>
            </a:r>
            <a:r>
              <a:rPr lang="en-US" sz="3700" dirty="0"/>
              <a:t>_7.0.3_windows_x86_64.zip</a:t>
            </a:r>
          </a:p>
        </p:txBody>
      </p:sp>
      <p:sp>
        <p:nvSpPr>
          <p:cNvPr id="3" name="Content Placeholder 2">
            <a:extLst>
              <a:ext uri="{FF2B5EF4-FFF2-40B4-BE49-F238E27FC236}">
                <a16:creationId xmlns:a16="http://schemas.microsoft.com/office/drawing/2014/main" id="{EFDDA02D-BEE4-E0BF-8981-20F14E7275EC}"/>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C34C20-71EF-BACF-5B66-C87447A5CAAB}"/>
              </a:ext>
            </a:extLst>
          </p:cNvPr>
          <p:cNvSpPr>
            <a:spLocks noGrp="1"/>
          </p:cNvSpPr>
          <p:nvPr>
            <p:ph type="sldNum" sz="quarter" idx="12"/>
          </p:nvPr>
        </p:nvSpPr>
        <p:spPr/>
        <p:txBody>
          <a:bodyPr/>
          <a:lstStyle/>
          <a:p>
            <a:fld id="{E22B4E40-D89E-452D-A99C-D43FB2FD93F5}" type="slidenum">
              <a:rPr lang="en-US" smtClean="0"/>
              <a:t>18</a:t>
            </a:fld>
            <a:endParaRPr lang="en-US"/>
          </a:p>
        </p:txBody>
      </p:sp>
      <p:pic>
        <p:nvPicPr>
          <p:cNvPr id="6" name="Picture 5">
            <a:extLst>
              <a:ext uri="{FF2B5EF4-FFF2-40B4-BE49-F238E27FC236}">
                <a16:creationId xmlns:a16="http://schemas.microsoft.com/office/drawing/2014/main" id="{297FEF48-689A-9CA7-9B23-41A96EA8E973}"/>
              </a:ext>
            </a:extLst>
          </p:cNvPr>
          <p:cNvPicPr>
            <a:picLocks noChangeAspect="1"/>
          </p:cNvPicPr>
          <p:nvPr/>
        </p:nvPicPr>
        <p:blipFill>
          <a:blip r:embed="rId2"/>
          <a:stretch>
            <a:fillRect/>
          </a:stretch>
        </p:blipFill>
        <p:spPr>
          <a:xfrm>
            <a:off x="1097280" y="1463040"/>
            <a:ext cx="9522777" cy="5063167"/>
          </a:xfrm>
          <a:prstGeom prst="rect">
            <a:avLst/>
          </a:prstGeom>
        </p:spPr>
      </p:pic>
    </p:spTree>
    <p:extLst>
      <p:ext uri="{BB962C8B-B14F-4D97-AF65-F5344CB8AC3E}">
        <p14:creationId xmlns:p14="http://schemas.microsoft.com/office/powerpoint/2010/main" val="6268993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876E-30FF-5C60-876F-B79D8F9C01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3C95613-206F-8A60-09F4-3C02E4D0E2E3}"/>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D097CCD5-BBBC-8606-93F1-72BFB08E9699}"/>
              </a:ext>
            </a:extLst>
          </p:cNvPr>
          <p:cNvSpPr>
            <a:spLocks noGrp="1"/>
          </p:cNvSpPr>
          <p:nvPr>
            <p:ph type="sldNum" sz="quarter" idx="12"/>
          </p:nvPr>
        </p:nvSpPr>
        <p:spPr/>
        <p:txBody>
          <a:bodyPr/>
          <a:lstStyle/>
          <a:p>
            <a:fld id="{E22B4E40-D89E-452D-A99C-D43FB2FD93F5}" type="slidenum">
              <a:rPr lang="en-US" smtClean="0"/>
              <a:t>19</a:t>
            </a:fld>
            <a:endParaRPr lang="en-US"/>
          </a:p>
        </p:txBody>
      </p:sp>
      <p:pic>
        <p:nvPicPr>
          <p:cNvPr id="8" name="Picture 7">
            <a:extLst>
              <a:ext uri="{FF2B5EF4-FFF2-40B4-BE49-F238E27FC236}">
                <a16:creationId xmlns:a16="http://schemas.microsoft.com/office/drawing/2014/main" id="{2E0EFD11-6AD5-C4DC-B54F-ADBB75AD0DE3}"/>
              </a:ext>
            </a:extLst>
          </p:cNvPr>
          <p:cNvPicPr>
            <a:picLocks noChangeAspect="1"/>
          </p:cNvPicPr>
          <p:nvPr/>
        </p:nvPicPr>
        <p:blipFill>
          <a:blip r:embed="rId2"/>
          <a:stretch>
            <a:fillRect/>
          </a:stretch>
        </p:blipFill>
        <p:spPr>
          <a:xfrm>
            <a:off x="457200" y="91440"/>
            <a:ext cx="11208772" cy="6535783"/>
          </a:xfrm>
          <a:prstGeom prst="rect">
            <a:avLst/>
          </a:prstGeom>
        </p:spPr>
      </p:pic>
    </p:spTree>
    <p:extLst>
      <p:ext uri="{BB962C8B-B14F-4D97-AF65-F5344CB8AC3E}">
        <p14:creationId xmlns:p14="http://schemas.microsoft.com/office/powerpoint/2010/main" val="1340670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F48C06D-B36F-8A6A-118B-15F643889C8F}"/>
              </a:ext>
            </a:extLst>
          </p:cNvPr>
          <p:cNvSpPr>
            <a:spLocks noGrp="1"/>
          </p:cNvSpPr>
          <p:nvPr>
            <p:ph type="title"/>
          </p:nvPr>
        </p:nvSpPr>
        <p:spPr/>
        <p:txBody>
          <a:bodyPr/>
          <a:lstStyle/>
          <a:p>
            <a:r>
              <a:rPr lang="en-US" dirty="0"/>
              <a:t>Simple Report</a:t>
            </a:r>
          </a:p>
        </p:txBody>
      </p:sp>
      <p:sp>
        <p:nvSpPr>
          <p:cNvPr id="6" name="Text Placeholder 5">
            <a:extLst>
              <a:ext uri="{FF2B5EF4-FFF2-40B4-BE49-F238E27FC236}">
                <a16:creationId xmlns:a16="http://schemas.microsoft.com/office/drawing/2014/main" id="{AFF035A4-AB7E-2DF4-38DE-460471C0BB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F423DC-2F21-8746-E688-FB26D3C0342B}"/>
              </a:ext>
            </a:extLst>
          </p:cNvPr>
          <p:cNvSpPr>
            <a:spLocks noGrp="1"/>
          </p:cNvSpPr>
          <p:nvPr>
            <p:ph type="sldNum" sz="quarter" idx="12"/>
          </p:nvPr>
        </p:nvSpPr>
        <p:spPr/>
        <p:txBody>
          <a:bodyPr/>
          <a:lstStyle/>
          <a:p>
            <a:fld id="{E22B4E40-D89E-452D-A99C-D43FB2FD93F5}" type="slidenum">
              <a:rPr lang="en-US" smtClean="0"/>
              <a:t>20</a:t>
            </a:fld>
            <a:endParaRPr lang="en-US"/>
          </a:p>
        </p:txBody>
      </p:sp>
    </p:spTree>
    <p:extLst>
      <p:ext uri="{BB962C8B-B14F-4D97-AF65-F5344CB8AC3E}">
        <p14:creationId xmlns:p14="http://schemas.microsoft.com/office/powerpoint/2010/main" val="2839110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36EE7-1F1B-A3F3-CACB-4FD0D256E06A}"/>
              </a:ext>
            </a:extLst>
          </p:cNvPr>
          <p:cNvSpPr>
            <a:spLocks noGrp="1"/>
          </p:cNvSpPr>
          <p:nvPr>
            <p:ph type="title"/>
          </p:nvPr>
        </p:nvSpPr>
        <p:spPr/>
        <p:txBody>
          <a:bodyPr/>
          <a:lstStyle/>
          <a:p>
            <a:r>
              <a:rPr lang="en-US" dirty="0"/>
              <a:t>Creating a New Report</a:t>
            </a:r>
          </a:p>
        </p:txBody>
      </p:sp>
      <p:sp>
        <p:nvSpPr>
          <p:cNvPr id="3" name="Content Placeholder 2">
            <a:extLst>
              <a:ext uri="{FF2B5EF4-FFF2-40B4-BE49-F238E27FC236}">
                <a16:creationId xmlns:a16="http://schemas.microsoft.com/office/drawing/2014/main" id="{7EF6B59A-6E0E-2709-7355-5BBF74146496}"/>
              </a:ext>
            </a:extLst>
          </p:cNvPr>
          <p:cNvSpPr>
            <a:spLocks noGrp="1"/>
          </p:cNvSpPr>
          <p:nvPr>
            <p:ph idx="1"/>
          </p:nvPr>
        </p:nvSpPr>
        <p:spPr/>
        <p:txBody>
          <a:bodyPr>
            <a:normAutofit lnSpcReduction="10000"/>
          </a:bodyPr>
          <a:lstStyle/>
          <a:p>
            <a:r>
              <a:rPr lang="en-US" dirty="0"/>
              <a:t>to create a new report: </a:t>
            </a:r>
          </a:p>
          <a:p>
            <a:r>
              <a:rPr lang="en-US" dirty="0"/>
              <a:t>go to File &gt; New &gt; Jasper Report or click on the main toolbar</a:t>
            </a:r>
          </a:p>
          <a:p>
            <a:endParaRPr lang="en-US" dirty="0"/>
          </a:p>
          <a:p>
            <a:endParaRPr lang="en-US" dirty="0"/>
          </a:p>
          <a:p>
            <a:endParaRPr lang="en-US" dirty="0"/>
          </a:p>
          <a:p>
            <a:endParaRPr lang="en-US" dirty="0"/>
          </a:p>
          <a:p>
            <a:r>
              <a:rPr lang="en-US" dirty="0"/>
              <a:t>New Report Wizard window displays the Report Templates page</a:t>
            </a:r>
          </a:p>
          <a:p>
            <a:r>
              <a:rPr lang="en-US" dirty="0"/>
              <a:t>Jaspersoft Studio includes a number of pre-installed templates; you can also create your own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003BB723-4A1D-E6C2-D74A-F2E940AF4416}"/>
              </a:ext>
            </a:extLst>
          </p:cNvPr>
          <p:cNvSpPr>
            <a:spLocks noGrp="1"/>
          </p:cNvSpPr>
          <p:nvPr>
            <p:ph type="sldNum" sz="quarter" idx="12"/>
          </p:nvPr>
        </p:nvSpPr>
        <p:spPr/>
        <p:txBody>
          <a:bodyPr/>
          <a:lstStyle/>
          <a:p>
            <a:fld id="{E22B4E40-D89E-452D-A99C-D43FB2FD93F5}" type="slidenum">
              <a:rPr lang="en-US" smtClean="0"/>
              <a:t>21</a:t>
            </a:fld>
            <a:endParaRPr lang="en-US"/>
          </a:p>
        </p:txBody>
      </p:sp>
      <p:pic>
        <p:nvPicPr>
          <p:cNvPr id="6" name="Picture 5">
            <a:extLst>
              <a:ext uri="{FF2B5EF4-FFF2-40B4-BE49-F238E27FC236}">
                <a16:creationId xmlns:a16="http://schemas.microsoft.com/office/drawing/2014/main" id="{86D40F52-2AE7-ACC5-5C37-CE57A7823544}"/>
              </a:ext>
            </a:extLst>
          </p:cNvPr>
          <p:cNvPicPr>
            <a:picLocks noChangeAspect="1"/>
          </p:cNvPicPr>
          <p:nvPr/>
        </p:nvPicPr>
        <p:blipFill>
          <a:blip r:embed="rId2"/>
          <a:stretch>
            <a:fillRect/>
          </a:stretch>
        </p:blipFill>
        <p:spPr>
          <a:xfrm>
            <a:off x="1097280" y="2926080"/>
            <a:ext cx="7495529" cy="978797"/>
          </a:xfrm>
          <a:prstGeom prst="rect">
            <a:avLst/>
          </a:prstGeom>
        </p:spPr>
      </p:pic>
    </p:spTree>
    <p:extLst>
      <p:ext uri="{BB962C8B-B14F-4D97-AF65-F5344CB8AC3E}">
        <p14:creationId xmlns:p14="http://schemas.microsoft.com/office/powerpoint/2010/main" val="29186744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DD8FF-5109-04E1-63A8-5B2D2B3AAEFF}"/>
              </a:ext>
            </a:extLst>
          </p:cNvPr>
          <p:cNvSpPr>
            <a:spLocks noGrp="1"/>
          </p:cNvSpPr>
          <p:nvPr>
            <p:ph type="title"/>
          </p:nvPr>
        </p:nvSpPr>
        <p:spPr/>
        <p:txBody>
          <a:bodyPr/>
          <a:lstStyle/>
          <a:p>
            <a:r>
              <a:rPr lang="en-US" dirty="0"/>
              <a:t>New Report Wizard</a:t>
            </a:r>
          </a:p>
        </p:txBody>
      </p:sp>
      <p:pic>
        <p:nvPicPr>
          <p:cNvPr id="6" name="Content Placeholder 5">
            <a:extLst>
              <a:ext uri="{FF2B5EF4-FFF2-40B4-BE49-F238E27FC236}">
                <a16:creationId xmlns:a16="http://schemas.microsoft.com/office/drawing/2014/main" id="{582411E8-4AF7-5C88-55E7-9B959BCB75AA}"/>
              </a:ext>
            </a:extLst>
          </p:cNvPr>
          <p:cNvPicPr>
            <a:picLocks noGrp="1" noChangeAspect="1"/>
          </p:cNvPicPr>
          <p:nvPr>
            <p:ph idx="1"/>
          </p:nvPr>
        </p:nvPicPr>
        <p:blipFill>
          <a:blip r:embed="rId2"/>
          <a:stretch>
            <a:fillRect/>
          </a:stretch>
        </p:blipFill>
        <p:spPr>
          <a:xfrm>
            <a:off x="2286000" y="1371600"/>
            <a:ext cx="6959602" cy="5345676"/>
          </a:xfrm>
          <a:prstGeom prst="rect">
            <a:avLst/>
          </a:prstGeom>
        </p:spPr>
      </p:pic>
      <p:sp>
        <p:nvSpPr>
          <p:cNvPr id="4" name="Slide Number Placeholder 3">
            <a:extLst>
              <a:ext uri="{FF2B5EF4-FFF2-40B4-BE49-F238E27FC236}">
                <a16:creationId xmlns:a16="http://schemas.microsoft.com/office/drawing/2014/main" id="{7E007635-7FA7-B2B1-50C9-7CA5629776C4}"/>
              </a:ext>
            </a:extLst>
          </p:cNvPr>
          <p:cNvSpPr>
            <a:spLocks noGrp="1"/>
          </p:cNvSpPr>
          <p:nvPr>
            <p:ph type="sldNum" sz="quarter" idx="12"/>
          </p:nvPr>
        </p:nvSpPr>
        <p:spPr/>
        <p:txBody>
          <a:bodyPr/>
          <a:lstStyle/>
          <a:p>
            <a:fld id="{E22B4E40-D89E-452D-A99C-D43FB2FD93F5}" type="slidenum">
              <a:rPr lang="en-US" smtClean="0"/>
              <a:t>22</a:t>
            </a:fld>
            <a:endParaRPr lang="en-US"/>
          </a:p>
        </p:txBody>
      </p:sp>
    </p:spTree>
    <p:extLst>
      <p:ext uri="{BB962C8B-B14F-4D97-AF65-F5344CB8AC3E}">
        <p14:creationId xmlns:p14="http://schemas.microsoft.com/office/powerpoint/2010/main" val="8134990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3B135-AB1B-9F8A-34E8-1BFC4173EE0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C14007-4796-6949-53E7-E2A4D50876D4}"/>
              </a:ext>
            </a:extLst>
          </p:cNvPr>
          <p:cNvSpPr>
            <a:spLocks noGrp="1"/>
          </p:cNvSpPr>
          <p:nvPr>
            <p:ph idx="1"/>
          </p:nvPr>
        </p:nvSpPr>
        <p:spPr>
          <a:xfrm>
            <a:off x="838200" y="1307690"/>
            <a:ext cx="11058832" cy="4869273"/>
          </a:xfrm>
        </p:spPr>
        <p:txBody>
          <a:bodyPr/>
          <a:lstStyle/>
          <a:p>
            <a:r>
              <a:rPr lang="en-US" dirty="0"/>
              <a:t>choose blank, Cherry, Coffee, Flower, Leaf, … template and click Next</a:t>
            </a:r>
          </a:p>
          <a:p>
            <a:r>
              <a:rPr lang="en-US" dirty="0"/>
              <a:t>the New Report Wizard shows Report file page</a:t>
            </a:r>
          </a:p>
        </p:txBody>
      </p:sp>
      <p:sp>
        <p:nvSpPr>
          <p:cNvPr id="4" name="Slide Number Placeholder 3">
            <a:extLst>
              <a:ext uri="{FF2B5EF4-FFF2-40B4-BE49-F238E27FC236}">
                <a16:creationId xmlns:a16="http://schemas.microsoft.com/office/drawing/2014/main" id="{6DC086E5-A73E-C6E9-4AA9-6A1EB93F702D}"/>
              </a:ext>
            </a:extLst>
          </p:cNvPr>
          <p:cNvSpPr>
            <a:spLocks noGrp="1"/>
          </p:cNvSpPr>
          <p:nvPr>
            <p:ph type="sldNum" sz="quarter" idx="12"/>
          </p:nvPr>
        </p:nvSpPr>
        <p:spPr/>
        <p:txBody>
          <a:bodyPr/>
          <a:lstStyle/>
          <a:p>
            <a:fld id="{E22B4E40-D89E-452D-A99C-D43FB2FD93F5}" type="slidenum">
              <a:rPr lang="en-US" smtClean="0"/>
              <a:t>23</a:t>
            </a:fld>
            <a:endParaRPr lang="en-US"/>
          </a:p>
        </p:txBody>
      </p:sp>
      <p:pic>
        <p:nvPicPr>
          <p:cNvPr id="5" name="Content Placeholder 5">
            <a:extLst>
              <a:ext uri="{FF2B5EF4-FFF2-40B4-BE49-F238E27FC236}">
                <a16:creationId xmlns:a16="http://schemas.microsoft.com/office/drawing/2014/main" id="{B98546F8-0ECB-97FE-83D2-C38808078748}"/>
              </a:ext>
            </a:extLst>
          </p:cNvPr>
          <p:cNvPicPr>
            <a:picLocks noChangeAspect="1"/>
          </p:cNvPicPr>
          <p:nvPr/>
        </p:nvPicPr>
        <p:blipFill>
          <a:blip r:embed="rId2"/>
          <a:stretch>
            <a:fillRect/>
          </a:stretch>
        </p:blipFill>
        <p:spPr>
          <a:xfrm>
            <a:off x="1371600" y="2286000"/>
            <a:ext cx="9254530" cy="4501525"/>
          </a:xfrm>
          <a:prstGeom prst="rect">
            <a:avLst/>
          </a:prstGeom>
        </p:spPr>
      </p:pic>
    </p:spTree>
    <p:extLst>
      <p:ext uri="{BB962C8B-B14F-4D97-AF65-F5344CB8AC3E}">
        <p14:creationId xmlns:p14="http://schemas.microsoft.com/office/powerpoint/2010/main" val="3931442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04DF-BE03-C67A-32E5-B0510DF2B07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B76979A-3B39-2AC4-2CCF-7C9CD3763E06}"/>
              </a:ext>
            </a:extLst>
          </p:cNvPr>
          <p:cNvSpPr>
            <a:spLocks noGrp="1"/>
          </p:cNvSpPr>
          <p:nvPr>
            <p:ph idx="1"/>
          </p:nvPr>
        </p:nvSpPr>
        <p:spPr/>
        <p:txBody>
          <a:bodyPr/>
          <a:lstStyle/>
          <a:p>
            <a:r>
              <a:rPr lang="en-US" dirty="0"/>
              <a:t>navigate to folder you want the report in and name the report</a:t>
            </a:r>
          </a:p>
          <a:p>
            <a:endParaRPr lang="en-US" dirty="0"/>
          </a:p>
          <a:p>
            <a:r>
              <a:rPr lang="en-US" dirty="0"/>
              <a:t>click Next; the Data Source dialog opens</a:t>
            </a:r>
          </a:p>
        </p:txBody>
      </p:sp>
      <p:sp>
        <p:nvSpPr>
          <p:cNvPr id="4" name="Slide Number Placeholder 3">
            <a:extLst>
              <a:ext uri="{FF2B5EF4-FFF2-40B4-BE49-F238E27FC236}">
                <a16:creationId xmlns:a16="http://schemas.microsoft.com/office/drawing/2014/main" id="{97499298-8B02-5FAB-8AC8-64108030C630}"/>
              </a:ext>
            </a:extLst>
          </p:cNvPr>
          <p:cNvSpPr>
            <a:spLocks noGrp="1"/>
          </p:cNvSpPr>
          <p:nvPr>
            <p:ph type="sldNum" sz="quarter" idx="12"/>
          </p:nvPr>
        </p:nvSpPr>
        <p:spPr/>
        <p:txBody>
          <a:bodyPr/>
          <a:lstStyle/>
          <a:p>
            <a:fld id="{E22B4E40-D89E-452D-A99C-D43FB2FD93F5}" type="slidenum">
              <a:rPr lang="en-US" smtClean="0"/>
              <a:t>24</a:t>
            </a:fld>
            <a:endParaRPr lang="en-US"/>
          </a:p>
        </p:txBody>
      </p:sp>
    </p:spTree>
    <p:extLst>
      <p:ext uri="{BB962C8B-B14F-4D97-AF65-F5344CB8AC3E}">
        <p14:creationId xmlns:p14="http://schemas.microsoft.com/office/powerpoint/2010/main" val="41344237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96CE0-4863-BCC9-896D-FE666E63CD27}"/>
              </a:ext>
            </a:extLst>
          </p:cNvPr>
          <p:cNvSpPr>
            <a:spLocks noGrp="1"/>
          </p:cNvSpPr>
          <p:nvPr>
            <p:ph type="title"/>
          </p:nvPr>
        </p:nvSpPr>
        <p:spPr/>
        <p:txBody>
          <a:bodyPr/>
          <a:lstStyle/>
          <a:p>
            <a:r>
              <a:rPr lang="en-US" dirty="0"/>
              <a:t>Data Source dialog</a:t>
            </a:r>
          </a:p>
        </p:txBody>
      </p:sp>
      <p:sp>
        <p:nvSpPr>
          <p:cNvPr id="3" name="Content Placeholder 2">
            <a:extLst>
              <a:ext uri="{FF2B5EF4-FFF2-40B4-BE49-F238E27FC236}">
                <a16:creationId xmlns:a16="http://schemas.microsoft.com/office/drawing/2014/main" id="{8813D924-6970-EB37-76B6-A543E0D68633}"/>
              </a:ext>
            </a:extLst>
          </p:cNvPr>
          <p:cNvSpPr>
            <a:spLocks noGrp="1"/>
          </p:cNvSpPr>
          <p:nvPr>
            <p:ph idx="1"/>
          </p:nvPr>
        </p:nvSpPr>
        <p:spPr/>
        <p:txBody>
          <a:bodyPr>
            <a:normAutofit/>
          </a:bodyPr>
          <a:lstStyle/>
          <a:p>
            <a:r>
              <a:rPr lang="en-US" dirty="0"/>
              <a:t>choose the data that will fill the report</a:t>
            </a:r>
          </a:p>
          <a:p>
            <a:r>
              <a:rPr lang="en-US" dirty="0"/>
              <a:t>drop-down menu shows the pre-installed data adapters as well any data adapters you have added</a:t>
            </a:r>
          </a:p>
        </p:txBody>
      </p:sp>
      <p:sp>
        <p:nvSpPr>
          <p:cNvPr id="4" name="Slide Number Placeholder 3">
            <a:extLst>
              <a:ext uri="{FF2B5EF4-FFF2-40B4-BE49-F238E27FC236}">
                <a16:creationId xmlns:a16="http://schemas.microsoft.com/office/drawing/2014/main" id="{74362724-F14F-1382-743E-1A3C42A7F1DE}"/>
              </a:ext>
            </a:extLst>
          </p:cNvPr>
          <p:cNvSpPr>
            <a:spLocks noGrp="1"/>
          </p:cNvSpPr>
          <p:nvPr>
            <p:ph type="sldNum" sz="quarter" idx="12"/>
          </p:nvPr>
        </p:nvSpPr>
        <p:spPr/>
        <p:txBody>
          <a:bodyPr/>
          <a:lstStyle/>
          <a:p>
            <a:fld id="{E22B4E40-D89E-452D-A99C-D43FB2FD93F5}" type="slidenum">
              <a:rPr lang="en-US" smtClean="0"/>
              <a:t>25</a:t>
            </a:fld>
            <a:endParaRPr lang="en-US"/>
          </a:p>
        </p:txBody>
      </p:sp>
    </p:spTree>
    <p:extLst>
      <p:ext uri="{BB962C8B-B14F-4D97-AF65-F5344CB8AC3E}">
        <p14:creationId xmlns:p14="http://schemas.microsoft.com/office/powerpoint/2010/main" val="4035082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51A07-6EE0-0C43-B4BD-3A274E7C797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DDCC70-F51C-8220-D2E3-FB7D5DA16AC5}"/>
              </a:ext>
            </a:extLst>
          </p:cNvPr>
          <p:cNvSpPr>
            <a:spLocks noGrp="1"/>
          </p:cNvSpPr>
          <p:nvPr>
            <p:ph idx="1"/>
          </p:nvPr>
        </p:nvSpPr>
        <p:spPr/>
        <p:txBody>
          <a:bodyPr/>
          <a:lstStyle/>
          <a:p>
            <a:r>
              <a:rPr lang="en-US" dirty="0"/>
              <a:t>adapters pre-installed:</a:t>
            </a:r>
          </a:p>
          <a:p>
            <a:pPr lvl="1"/>
            <a:r>
              <a:rPr lang="en-US" dirty="0"/>
              <a:t>One Empty Record – Empty rows: lets you create report without data</a:t>
            </a:r>
          </a:p>
          <a:p>
            <a:pPr lvl="1"/>
            <a:r>
              <a:rPr lang="en-US" dirty="0"/>
              <a:t>Sample DB – Database JBDC Connection: connects to an relational SQL database provided with Jaspersoft Studio installation; must also supply an SQL query</a:t>
            </a:r>
          </a:p>
          <a:p>
            <a:r>
              <a:rPr lang="en-US" dirty="0"/>
              <a:t>can </a:t>
            </a:r>
            <a:r>
              <a:rPr lang="en-US" dirty="0" err="1"/>
              <a:t>createa</a:t>
            </a:r>
            <a:r>
              <a:rPr lang="en-US" dirty="0"/>
              <a:t> data adapters … or click New ... to create data adapter directly from this dialog</a:t>
            </a:r>
          </a:p>
          <a:p>
            <a:endParaRPr lang="en-US" dirty="0"/>
          </a:p>
        </p:txBody>
      </p:sp>
      <p:sp>
        <p:nvSpPr>
          <p:cNvPr id="4" name="Slide Number Placeholder 3">
            <a:extLst>
              <a:ext uri="{FF2B5EF4-FFF2-40B4-BE49-F238E27FC236}">
                <a16:creationId xmlns:a16="http://schemas.microsoft.com/office/drawing/2014/main" id="{FCA2FF8C-A93C-888E-0562-4852DB6EDA9C}"/>
              </a:ext>
            </a:extLst>
          </p:cNvPr>
          <p:cNvSpPr>
            <a:spLocks noGrp="1"/>
          </p:cNvSpPr>
          <p:nvPr>
            <p:ph type="sldNum" sz="quarter" idx="12"/>
          </p:nvPr>
        </p:nvSpPr>
        <p:spPr/>
        <p:txBody>
          <a:bodyPr/>
          <a:lstStyle/>
          <a:p>
            <a:fld id="{E22B4E40-D89E-452D-A99C-D43FB2FD93F5}" type="slidenum">
              <a:rPr lang="en-US" smtClean="0"/>
              <a:t>26</a:t>
            </a:fld>
            <a:endParaRPr lang="en-US"/>
          </a:p>
        </p:txBody>
      </p:sp>
    </p:spTree>
    <p:extLst>
      <p:ext uri="{BB962C8B-B14F-4D97-AF65-F5344CB8AC3E}">
        <p14:creationId xmlns:p14="http://schemas.microsoft.com/office/powerpoint/2010/main" val="19754710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61D6B-628B-AC25-5144-4B5B29DBAA53}"/>
              </a:ext>
            </a:extLst>
          </p:cNvPr>
          <p:cNvSpPr>
            <a:spLocks noGrp="1"/>
          </p:cNvSpPr>
          <p:nvPr>
            <p:ph type="title"/>
          </p:nvPr>
        </p:nvSpPr>
        <p:spPr/>
        <p:txBody>
          <a:bodyPr>
            <a:normAutofit fontScale="90000"/>
          </a:bodyPr>
          <a:lstStyle/>
          <a:p>
            <a:r>
              <a:rPr lang="en-US" dirty="0"/>
              <a:t>choose Sample DB- Database JDBC Connection</a:t>
            </a:r>
            <a:br>
              <a:rPr lang="en-US" dirty="0"/>
            </a:br>
            <a:r>
              <a:rPr lang="en-US" dirty="0"/>
              <a:t>enter the query 	</a:t>
            </a:r>
            <a:r>
              <a:rPr lang="en-US" dirty="0">
                <a:latin typeface="Courier New" panose="02070309020205020404" pitchFamily="49" charset="0"/>
                <a:cs typeface="Courier New" panose="02070309020205020404" pitchFamily="49" charset="0"/>
              </a:rPr>
              <a:t>select * from orders</a:t>
            </a:r>
            <a:endParaRPr lang="en-US" dirty="0"/>
          </a:p>
        </p:txBody>
      </p:sp>
      <p:sp>
        <p:nvSpPr>
          <p:cNvPr id="3" name="Content Placeholder 2">
            <a:extLst>
              <a:ext uri="{FF2B5EF4-FFF2-40B4-BE49-F238E27FC236}">
                <a16:creationId xmlns:a16="http://schemas.microsoft.com/office/drawing/2014/main" id="{F7CBD63C-69DE-3C99-CEBE-FEC48AB0651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05F61C7-DCD4-2AC2-3C95-D685F61EB18C}"/>
              </a:ext>
            </a:extLst>
          </p:cNvPr>
          <p:cNvSpPr>
            <a:spLocks noGrp="1"/>
          </p:cNvSpPr>
          <p:nvPr>
            <p:ph type="sldNum" sz="quarter" idx="12"/>
          </p:nvPr>
        </p:nvSpPr>
        <p:spPr/>
        <p:txBody>
          <a:bodyPr/>
          <a:lstStyle/>
          <a:p>
            <a:fld id="{E22B4E40-D89E-452D-A99C-D43FB2FD93F5}" type="slidenum">
              <a:rPr lang="en-US" smtClean="0"/>
              <a:t>27</a:t>
            </a:fld>
            <a:endParaRPr lang="en-US"/>
          </a:p>
        </p:txBody>
      </p:sp>
      <p:pic>
        <p:nvPicPr>
          <p:cNvPr id="8" name="Picture 7">
            <a:extLst>
              <a:ext uri="{FF2B5EF4-FFF2-40B4-BE49-F238E27FC236}">
                <a16:creationId xmlns:a16="http://schemas.microsoft.com/office/drawing/2014/main" id="{B051ECC1-61B3-7D9E-3727-64D34180F48B}"/>
              </a:ext>
            </a:extLst>
          </p:cNvPr>
          <p:cNvPicPr>
            <a:picLocks noChangeAspect="1"/>
          </p:cNvPicPr>
          <p:nvPr/>
        </p:nvPicPr>
        <p:blipFill>
          <a:blip r:embed="rId2"/>
          <a:stretch>
            <a:fillRect/>
          </a:stretch>
        </p:blipFill>
        <p:spPr>
          <a:xfrm>
            <a:off x="1371600" y="1828800"/>
            <a:ext cx="9270991" cy="4449398"/>
          </a:xfrm>
          <a:prstGeom prst="rect">
            <a:avLst/>
          </a:prstGeom>
        </p:spPr>
      </p:pic>
    </p:spTree>
    <p:extLst>
      <p:ext uri="{BB962C8B-B14F-4D97-AF65-F5344CB8AC3E}">
        <p14:creationId xmlns:p14="http://schemas.microsoft.com/office/powerpoint/2010/main" val="33477031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4CBAD-44C1-8221-152C-46B27D8D5102}"/>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5B4ADB24-2F21-FCD4-118C-E16346744B2F}"/>
              </a:ext>
            </a:extLst>
          </p:cNvPr>
          <p:cNvPicPr>
            <a:picLocks noGrp="1" noChangeAspect="1"/>
          </p:cNvPicPr>
          <p:nvPr>
            <p:ph idx="1"/>
          </p:nvPr>
        </p:nvPicPr>
        <p:blipFill>
          <a:blip r:embed="rId2"/>
          <a:stretch>
            <a:fillRect/>
          </a:stretch>
        </p:blipFill>
        <p:spPr>
          <a:xfrm>
            <a:off x="1828800" y="731520"/>
            <a:ext cx="8529805" cy="5961490"/>
          </a:xfrm>
          <a:prstGeom prst="rect">
            <a:avLst/>
          </a:prstGeom>
        </p:spPr>
      </p:pic>
      <p:sp>
        <p:nvSpPr>
          <p:cNvPr id="4" name="Slide Number Placeholder 3">
            <a:extLst>
              <a:ext uri="{FF2B5EF4-FFF2-40B4-BE49-F238E27FC236}">
                <a16:creationId xmlns:a16="http://schemas.microsoft.com/office/drawing/2014/main" id="{3B634C93-F423-6F61-D4AE-4941CE083A6C}"/>
              </a:ext>
            </a:extLst>
          </p:cNvPr>
          <p:cNvSpPr>
            <a:spLocks noGrp="1"/>
          </p:cNvSpPr>
          <p:nvPr>
            <p:ph type="sldNum" sz="quarter" idx="12"/>
          </p:nvPr>
        </p:nvSpPr>
        <p:spPr/>
        <p:txBody>
          <a:bodyPr/>
          <a:lstStyle/>
          <a:p>
            <a:fld id="{E22B4E40-D89E-452D-A99C-D43FB2FD93F5}" type="slidenum">
              <a:rPr lang="en-US" smtClean="0"/>
              <a:t>28</a:t>
            </a:fld>
            <a:endParaRPr lang="en-US"/>
          </a:p>
        </p:txBody>
      </p:sp>
    </p:spTree>
    <p:extLst>
      <p:ext uri="{BB962C8B-B14F-4D97-AF65-F5344CB8AC3E}">
        <p14:creationId xmlns:p14="http://schemas.microsoft.com/office/powerpoint/2010/main" val="766948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DB48B-0683-AE03-0F66-318F703963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392F47A-17A3-B248-DA1D-A7D610DF4D31}"/>
              </a:ext>
            </a:extLst>
          </p:cNvPr>
          <p:cNvSpPr>
            <a:spLocks noGrp="1"/>
          </p:cNvSpPr>
          <p:nvPr>
            <p:ph idx="1"/>
          </p:nvPr>
        </p:nvSpPr>
        <p:spPr>
          <a:xfrm>
            <a:off x="200290" y="1339518"/>
            <a:ext cx="11055187" cy="4888937"/>
          </a:xfrm>
        </p:spPr>
        <p:txBody>
          <a:bodyPr>
            <a:normAutofit/>
          </a:bodyPr>
          <a:lstStyle/>
          <a:p>
            <a:r>
              <a:rPr lang="en-US" dirty="0"/>
              <a:t>click Next the Fields window appears; Dataset list shows all discovered fields</a:t>
            </a:r>
          </a:p>
          <a:p>
            <a:r>
              <a:rPr lang="en-US" dirty="0"/>
              <a:t>select following fields</a:t>
            </a:r>
          </a:p>
          <a:p>
            <a:pPr lvl="1"/>
            <a:r>
              <a:rPr lang="en-US" dirty="0"/>
              <a:t>and click right arrow </a:t>
            </a:r>
          </a:p>
          <a:p>
            <a:pPr lvl="1"/>
            <a:r>
              <a:rPr lang="en-US" dirty="0"/>
              <a:t>to add them to report</a:t>
            </a:r>
          </a:p>
          <a:p>
            <a:r>
              <a:rPr lang="en-US" dirty="0"/>
              <a:t>click Next</a:t>
            </a:r>
          </a:p>
          <a:p>
            <a:pPr lvl="1"/>
            <a:r>
              <a:rPr lang="en-US" dirty="0"/>
              <a:t>Grouping window 								appears</a:t>
            </a:r>
          </a:p>
          <a:p>
            <a:r>
              <a:rPr lang="en-US" dirty="0"/>
              <a:t>click Next and Finish</a:t>
            </a:r>
          </a:p>
        </p:txBody>
      </p:sp>
      <p:sp>
        <p:nvSpPr>
          <p:cNvPr id="4" name="Slide Number Placeholder 3">
            <a:extLst>
              <a:ext uri="{FF2B5EF4-FFF2-40B4-BE49-F238E27FC236}">
                <a16:creationId xmlns:a16="http://schemas.microsoft.com/office/drawing/2014/main" id="{085EC3B9-4DA5-0EF5-F333-C0C875C96D80}"/>
              </a:ext>
            </a:extLst>
          </p:cNvPr>
          <p:cNvSpPr>
            <a:spLocks noGrp="1"/>
          </p:cNvSpPr>
          <p:nvPr>
            <p:ph type="sldNum" sz="quarter" idx="12"/>
          </p:nvPr>
        </p:nvSpPr>
        <p:spPr/>
        <p:txBody>
          <a:bodyPr/>
          <a:lstStyle/>
          <a:p>
            <a:fld id="{E22B4E40-D89E-452D-A99C-D43FB2FD93F5}" type="slidenum">
              <a:rPr lang="en-US" smtClean="0"/>
              <a:t>29</a:t>
            </a:fld>
            <a:endParaRPr lang="en-US"/>
          </a:p>
        </p:txBody>
      </p:sp>
      <p:pic>
        <p:nvPicPr>
          <p:cNvPr id="6" name="Picture 5">
            <a:extLst>
              <a:ext uri="{FF2B5EF4-FFF2-40B4-BE49-F238E27FC236}">
                <a16:creationId xmlns:a16="http://schemas.microsoft.com/office/drawing/2014/main" id="{48CB865A-B314-61D1-E59A-ADD3F0119EA5}"/>
              </a:ext>
            </a:extLst>
          </p:cNvPr>
          <p:cNvPicPr>
            <a:picLocks noChangeAspect="1"/>
          </p:cNvPicPr>
          <p:nvPr/>
        </p:nvPicPr>
        <p:blipFill>
          <a:blip r:embed="rId2"/>
          <a:stretch>
            <a:fillRect/>
          </a:stretch>
        </p:blipFill>
        <p:spPr>
          <a:xfrm>
            <a:off x="3840482" y="1828800"/>
            <a:ext cx="8052905" cy="4271761"/>
          </a:xfrm>
          <a:prstGeom prst="rect">
            <a:avLst/>
          </a:prstGeom>
        </p:spPr>
      </p:pic>
    </p:spTree>
    <p:extLst>
      <p:ext uri="{BB962C8B-B14F-4D97-AF65-F5344CB8AC3E}">
        <p14:creationId xmlns:p14="http://schemas.microsoft.com/office/powerpoint/2010/main" val="14224925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AB419-0EF9-4A57-00F7-5204E44BA8E2}"/>
              </a:ext>
            </a:extLst>
          </p:cNvPr>
          <p:cNvSpPr>
            <a:spLocks noGrp="1"/>
          </p:cNvSpPr>
          <p:nvPr>
            <p:ph type="title"/>
          </p:nvPr>
        </p:nvSpPr>
        <p:spPr/>
        <p:txBody>
          <a:bodyPr/>
          <a:lstStyle/>
          <a:p>
            <a:r>
              <a:rPr lang="en-US" dirty="0"/>
              <a:t>Report in the Design Tab</a:t>
            </a:r>
          </a:p>
        </p:txBody>
      </p:sp>
      <p:sp>
        <p:nvSpPr>
          <p:cNvPr id="3" name="Content Placeholder 2">
            <a:extLst>
              <a:ext uri="{FF2B5EF4-FFF2-40B4-BE49-F238E27FC236}">
                <a16:creationId xmlns:a16="http://schemas.microsoft.com/office/drawing/2014/main" id="{4E6045BA-3C0B-8097-208C-410124FBFC29}"/>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45F3B2D8-7F93-20C3-6E1C-ADF85E5BE711}"/>
              </a:ext>
            </a:extLst>
          </p:cNvPr>
          <p:cNvSpPr>
            <a:spLocks noGrp="1"/>
          </p:cNvSpPr>
          <p:nvPr>
            <p:ph type="sldNum" sz="quarter" idx="12"/>
          </p:nvPr>
        </p:nvSpPr>
        <p:spPr/>
        <p:txBody>
          <a:bodyPr/>
          <a:lstStyle/>
          <a:p>
            <a:fld id="{E22B4E40-D89E-452D-A99C-D43FB2FD93F5}" type="slidenum">
              <a:rPr lang="en-US" smtClean="0"/>
              <a:t>30</a:t>
            </a:fld>
            <a:endParaRPr lang="en-US"/>
          </a:p>
        </p:txBody>
      </p:sp>
      <p:pic>
        <p:nvPicPr>
          <p:cNvPr id="6" name="Picture 5">
            <a:extLst>
              <a:ext uri="{FF2B5EF4-FFF2-40B4-BE49-F238E27FC236}">
                <a16:creationId xmlns:a16="http://schemas.microsoft.com/office/drawing/2014/main" id="{BA1F2DF9-5321-1302-DD53-834DF39F1054}"/>
              </a:ext>
            </a:extLst>
          </p:cNvPr>
          <p:cNvPicPr>
            <a:picLocks noChangeAspect="1"/>
          </p:cNvPicPr>
          <p:nvPr/>
        </p:nvPicPr>
        <p:blipFill>
          <a:blip r:embed="rId2"/>
          <a:stretch>
            <a:fillRect/>
          </a:stretch>
        </p:blipFill>
        <p:spPr>
          <a:xfrm>
            <a:off x="457200" y="1371600"/>
            <a:ext cx="10751303" cy="5052269"/>
          </a:xfrm>
          <a:prstGeom prst="rect">
            <a:avLst/>
          </a:prstGeom>
        </p:spPr>
      </p:pic>
    </p:spTree>
    <p:extLst>
      <p:ext uri="{BB962C8B-B14F-4D97-AF65-F5344CB8AC3E}">
        <p14:creationId xmlns:p14="http://schemas.microsoft.com/office/powerpoint/2010/main" val="16022761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698345-B1B4-0890-E210-86B418665DB7}"/>
              </a:ext>
            </a:extLst>
          </p:cNvPr>
          <p:cNvSpPr>
            <a:spLocks noGrp="1"/>
          </p:cNvSpPr>
          <p:nvPr>
            <p:ph type="title"/>
          </p:nvPr>
        </p:nvSpPr>
        <p:spPr/>
        <p:txBody>
          <a:bodyPr/>
          <a:lstStyle/>
          <a:p>
            <a:r>
              <a:rPr lang="en-US" sz="4000" dirty="0"/>
              <a:t>C:\Users\Operator\</a:t>
            </a:r>
            <a:br>
              <a:rPr lang="en-US" dirty="0"/>
            </a:br>
            <a:r>
              <a:rPr lang="en-US" dirty="0" err="1"/>
              <a:t>JaspersoftWorkspace</a:t>
            </a:r>
            <a:r>
              <a:rPr lang="en-US" dirty="0"/>
              <a:t>\</a:t>
            </a:r>
            <a:r>
              <a:rPr lang="en-US" dirty="0" err="1"/>
              <a:t>MyReports</a:t>
            </a:r>
            <a:endParaRPr lang="en-US" dirty="0"/>
          </a:p>
        </p:txBody>
      </p:sp>
      <p:sp>
        <p:nvSpPr>
          <p:cNvPr id="3" name="Content Placeholder 2">
            <a:extLst>
              <a:ext uri="{FF2B5EF4-FFF2-40B4-BE49-F238E27FC236}">
                <a16:creationId xmlns:a16="http://schemas.microsoft.com/office/drawing/2014/main" id="{0CB8FFBF-18ED-895F-6CCF-7C995BE80B1B}"/>
              </a:ext>
            </a:extLst>
          </p:cNvPr>
          <p:cNvSpPr>
            <a:spLocks noGrp="1"/>
          </p:cNvSpPr>
          <p:nvPr>
            <p:ph idx="1"/>
          </p:nvPr>
        </p:nvSpPr>
        <p:spPr/>
        <p:txBody>
          <a:bodyPr/>
          <a:lstStyle/>
          <a:p>
            <a:r>
              <a:rPr lang="en-US" dirty="0"/>
              <a:t>My1stCoffeeReport.jrxml</a:t>
            </a:r>
          </a:p>
          <a:p>
            <a:r>
              <a:rPr lang="en-US" dirty="0" err="1"/>
              <a:t>JasperReport</a:t>
            </a:r>
            <a:r>
              <a:rPr lang="en-US" dirty="0"/>
              <a:t> XML template report</a:t>
            </a:r>
          </a:p>
        </p:txBody>
      </p:sp>
      <p:sp>
        <p:nvSpPr>
          <p:cNvPr id="4" name="Slide Number Placeholder 3">
            <a:extLst>
              <a:ext uri="{FF2B5EF4-FFF2-40B4-BE49-F238E27FC236}">
                <a16:creationId xmlns:a16="http://schemas.microsoft.com/office/drawing/2014/main" id="{2E15BC02-38FD-8BAF-1064-404286337B1F}"/>
              </a:ext>
            </a:extLst>
          </p:cNvPr>
          <p:cNvSpPr>
            <a:spLocks noGrp="1"/>
          </p:cNvSpPr>
          <p:nvPr>
            <p:ph type="sldNum" sz="quarter" idx="12"/>
          </p:nvPr>
        </p:nvSpPr>
        <p:spPr/>
        <p:txBody>
          <a:bodyPr/>
          <a:lstStyle/>
          <a:p>
            <a:fld id="{E22B4E40-D89E-452D-A99C-D43FB2FD93F5}" type="slidenum">
              <a:rPr lang="en-US" smtClean="0"/>
              <a:t>31</a:t>
            </a:fld>
            <a:endParaRPr lang="en-US"/>
          </a:p>
        </p:txBody>
      </p:sp>
    </p:spTree>
    <p:extLst>
      <p:ext uri="{BB962C8B-B14F-4D97-AF65-F5344CB8AC3E}">
        <p14:creationId xmlns:p14="http://schemas.microsoft.com/office/powerpoint/2010/main" val="9917536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003A9-07CE-691C-2ABE-7E65F3AF07CC}"/>
              </a:ext>
            </a:extLst>
          </p:cNvPr>
          <p:cNvSpPr>
            <a:spLocks noGrp="1"/>
          </p:cNvSpPr>
          <p:nvPr>
            <p:ph type="title"/>
          </p:nvPr>
        </p:nvSpPr>
        <p:spPr/>
        <p:txBody>
          <a:bodyPr/>
          <a:lstStyle/>
          <a:p>
            <a:r>
              <a:rPr lang="en-US" dirty="0"/>
              <a:t>Previewing a Report</a:t>
            </a:r>
          </a:p>
        </p:txBody>
      </p:sp>
      <p:sp>
        <p:nvSpPr>
          <p:cNvPr id="3" name="Content Placeholder 2">
            <a:extLst>
              <a:ext uri="{FF2B5EF4-FFF2-40B4-BE49-F238E27FC236}">
                <a16:creationId xmlns:a16="http://schemas.microsoft.com/office/drawing/2014/main" id="{9D2A25A0-4551-ED7A-B41E-5205CD96A708}"/>
              </a:ext>
            </a:extLst>
          </p:cNvPr>
          <p:cNvSpPr>
            <a:spLocks noGrp="1"/>
          </p:cNvSpPr>
          <p:nvPr>
            <p:ph idx="1"/>
          </p:nvPr>
        </p:nvSpPr>
        <p:spPr/>
        <p:txBody>
          <a:bodyPr/>
          <a:lstStyle/>
          <a:p>
            <a:r>
              <a:rPr lang="en-US" dirty="0"/>
              <a:t>click the Preview tab at the bottom of the report</a:t>
            </a:r>
          </a:p>
        </p:txBody>
      </p:sp>
      <p:sp>
        <p:nvSpPr>
          <p:cNvPr id="4" name="Slide Number Placeholder 3">
            <a:extLst>
              <a:ext uri="{FF2B5EF4-FFF2-40B4-BE49-F238E27FC236}">
                <a16:creationId xmlns:a16="http://schemas.microsoft.com/office/drawing/2014/main" id="{EE3B10DB-3113-92CF-EB55-9D1998A9157F}"/>
              </a:ext>
            </a:extLst>
          </p:cNvPr>
          <p:cNvSpPr>
            <a:spLocks noGrp="1"/>
          </p:cNvSpPr>
          <p:nvPr>
            <p:ph type="sldNum" sz="quarter" idx="12"/>
          </p:nvPr>
        </p:nvSpPr>
        <p:spPr/>
        <p:txBody>
          <a:bodyPr/>
          <a:lstStyle/>
          <a:p>
            <a:fld id="{E22B4E40-D89E-452D-A99C-D43FB2FD93F5}" type="slidenum">
              <a:rPr lang="en-US" smtClean="0"/>
              <a:t>32</a:t>
            </a:fld>
            <a:endParaRPr lang="en-US"/>
          </a:p>
        </p:txBody>
      </p:sp>
    </p:spTree>
    <p:extLst>
      <p:ext uri="{BB962C8B-B14F-4D97-AF65-F5344CB8AC3E}">
        <p14:creationId xmlns:p14="http://schemas.microsoft.com/office/powerpoint/2010/main" val="19438830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96A2D-0A7C-AE02-9782-E8213F605CF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E5D7EE7-1364-8CC9-2D59-47DFA9C35CC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AD810869-6180-35C3-BF88-F891121DF0F4}"/>
              </a:ext>
            </a:extLst>
          </p:cNvPr>
          <p:cNvSpPr>
            <a:spLocks noGrp="1"/>
          </p:cNvSpPr>
          <p:nvPr>
            <p:ph type="sldNum" sz="quarter" idx="12"/>
          </p:nvPr>
        </p:nvSpPr>
        <p:spPr/>
        <p:txBody>
          <a:bodyPr/>
          <a:lstStyle/>
          <a:p>
            <a:fld id="{E22B4E40-D89E-452D-A99C-D43FB2FD93F5}" type="slidenum">
              <a:rPr lang="en-US" smtClean="0"/>
              <a:t>33</a:t>
            </a:fld>
            <a:endParaRPr lang="en-US"/>
          </a:p>
        </p:txBody>
      </p:sp>
      <p:pic>
        <p:nvPicPr>
          <p:cNvPr id="6" name="Picture 5">
            <a:extLst>
              <a:ext uri="{FF2B5EF4-FFF2-40B4-BE49-F238E27FC236}">
                <a16:creationId xmlns:a16="http://schemas.microsoft.com/office/drawing/2014/main" id="{60022DAF-FC2E-FE70-E5CB-43099DC52983}"/>
              </a:ext>
            </a:extLst>
          </p:cNvPr>
          <p:cNvPicPr>
            <a:picLocks noChangeAspect="1"/>
          </p:cNvPicPr>
          <p:nvPr/>
        </p:nvPicPr>
        <p:blipFill>
          <a:blip r:embed="rId2"/>
          <a:stretch>
            <a:fillRect/>
          </a:stretch>
        </p:blipFill>
        <p:spPr>
          <a:xfrm>
            <a:off x="1371600" y="457200"/>
            <a:ext cx="9532761" cy="6223945"/>
          </a:xfrm>
          <a:prstGeom prst="rect">
            <a:avLst/>
          </a:prstGeom>
        </p:spPr>
      </p:pic>
    </p:spTree>
    <p:extLst>
      <p:ext uri="{BB962C8B-B14F-4D97-AF65-F5344CB8AC3E}">
        <p14:creationId xmlns:p14="http://schemas.microsoft.com/office/powerpoint/2010/main" val="2690190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819CC-2998-0683-0452-F20636C84BA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0AD5D87-0D75-48BB-F8B1-F324AF6D229C}"/>
              </a:ext>
            </a:extLst>
          </p:cNvPr>
          <p:cNvSpPr>
            <a:spLocks noGrp="1"/>
          </p:cNvSpPr>
          <p:nvPr>
            <p:ph idx="1"/>
          </p:nvPr>
        </p:nvSpPr>
        <p:spPr/>
        <p:txBody>
          <a:bodyPr/>
          <a:lstStyle/>
          <a:p>
            <a:r>
              <a:rPr lang="en-US" dirty="0"/>
              <a:t>the preview compiles the report in the background with data retrieved by the query through your JDBC connection</a:t>
            </a:r>
          </a:p>
          <a:p>
            <a:r>
              <a:rPr lang="en-US" dirty="0"/>
              <a:t>the Detail band repeats for every row in the query results, creating a simple table report:</a:t>
            </a:r>
          </a:p>
          <a:p>
            <a:endParaRPr lang="en-US" dirty="0"/>
          </a:p>
        </p:txBody>
      </p:sp>
      <p:sp>
        <p:nvSpPr>
          <p:cNvPr id="4" name="Slide Number Placeholder 3">
            <a:extLst>
              <a:ext uri="{FF2B5EF4-FFF2-40B4-BE49-F238E27FC236}">
                <a16:creationId xmlns:a16="http://schemas.microsoft.com/office/drawing/2014/main" id="{8339BF78-5270-E07D-9D68-5B51D3F2A371}"/>
              </a:ext>
            </a:extLst>
          </p:cNvPr>
          <p:cNvSpPr>
            <a:spLocks noGrp="1"/>
          </p:cNvSpPr>
          <p:nvPr>
            <p:ph type="sldNum" sz="quarter" idx="12"/>
          </p:nvPr>
        </p:nvSpPr>
        <p:spPr/>
        <p:txBody>
          <a:bodyPr/>
          <a:lstStyle/>
          <a:p>
            <a:fld id="{E22B4E40-D89E-452D-A99C-D43FB2FD93F5}" type="slidenum">
              <a:rPr lang="en-US" smtClean="0"/>
              <a:t>34</a:t>
            </a:fld>
            <a:endParaRPr lang="en-US"/>
          </a:p>
        </p:txBody>
      </p:sp>
    </p:spTree>
    <p:extLst>
      <p:ext uri="{BB962C8B-B14F-4D97-AF65-F5344CB8AC3E}">
        <p14:creationId xmlns:p14="http://schemas.microsoft.com/office/powerpoint/2010/main" val="149714402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0534A-0300-2AC5-B05B-717E4001CEB2}"/>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922D2F73-0892-422B-4347-E4DB5E47B1CC}"/>
              </a:ext>
            </a:extLst>
          </p:cNvPr>
          <p:cNvPicPr>
            <a:picLocks noGrp="1" noChangeAspect="1"/>
          </p:cNvPicPr>
          <p:nvPr>
            <p:ph idx="1"/>
          </p:nvPr>
        </p:nvPicPr>
        <p:blipFill>
          <a:blip r:embed="rId2"/>
          <a:stretch>
            <a:fillRect/>
          </a:stretch>
        </p:blipFill>
        <p:spPr>
          <a:xfrm>
            <a:off x="2286000" y="182880"/>
            <a:ext cx="7695571" cy="6542642"/>
          </a:xfrm>
          <a:prstGeom prst="rect">
            <a:avLst/>
          </a:prstGeom>
        </p:spPr>
      </p:pic>
      <p:sp>
        <p:nvSpPr>
          <p:cNvPr id="4" name="Slide Number Placeholder 3">
            <a:extLst>
              <a:ext uri="{FF2B5EF4-FFF2-40B4-BE49-F238E27FC236}">
                <a16:creationId xmlns:a16="http://schemas.microsoft.com/office/drawing/2014/main" id="{6F56A071-BAB9-9A68-A119-F884B1A7A844}"/>
              </a:ext>
            </a:extLst>
          </p:cNvPr>
          <p:cNvSpPr>
            <a:spLocks noGrp="1"/>
          </p:cNvSpPr>
          <p:nvPr>
            <p:ph type="sldNum" sz="quarter" idx="12"/>
          </p:nvPr>
        </p:nvSpPr>
        <p:spPr/>
        <p:txBody>
          <a:bodyPr/>
          <a:lstStyle/>
          <a:p>
            <a:fld id="{E22B4E40-D89E-452D-A99C-D43FB2FD93F5}" type="slidenum">
              <a:rPr lang="en-US" smtClean="0"/>
              <a:t>35</a:t>
            </a:fld>
            <a:endParaRPr lang="en-US"/>
          </a:p>
        </p:txBody>
      </p:sp>
    </p:spTree>
    <p:extLst>
      <p:ext uri="{BB962C8B-B14F-4D97-AF65-F5344CB8AC3E}">
        <p14:creationId xmlns:p14="http://schemas.microsoft.com/office/powerpoint/2010/main" val="417826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DD937-E421-AED1-F472-7A3E14C57987}"/>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EFC6117E-F82D-F28E-4D18-D4D425ED368C}"/>
              </a:ext>
            </a:extLst>
          </p:cNvPr>
          <p:cNvPicPr>
            <a:picLocks noGrp="1" noChangeAspect="1"/>
          </p:cNvPicPr>
          <p:nvPr>
            <p:ph idx="1"/>
          </p:nvPr>
        </p:nvPicPr>
        <p:blipFill>
          <a:blip r:embed="rId2"/>
          <a:stretch>
            <a:fillRect/>
          </a:stretch>
        </p:blipFill>
        <p:spPr>
          <a:xfrm>
            <a:off x="182880" y="182880"/>
            <a:ext cx="11839306" cy="6259154"/>
          </a:xfrm>
          <a:prstGeom prst="rect">
            <a:avLst/>
          </a:prstGeom>
        </p:spPr>
      </p:pic>
      <p:sp>
        <p:nvSpPr>
          <p:cNvPr id="4" name="Slide Number Placeholder 3">
            <a:extLst>
              <a:ext uri="{FF2B5EF4-FFF2-40B4-BE49-F238E27FC236}">
                <a16:creationId xmlns:a16="http://schemas.microsoft.com/office/drawing/2014/main" id="{77FE98EF-57A5-55F9-9C05-132C2D8C3398}"/>
              </a:ext>
            </a:extLst>
          </p:cNvPr>
          <p:cNvSpPr>
            <a:spLocks noGrp="1"/>
          </p:cNvSpPr>
          <p:nvPr>
            <p:ph type="sldNum" sz="quarter" idx="12"/>
          </p:nvPr>
        </p:nvSpPr>
        <p:spPr/>
        <p:txBody>
          <a:bodyPr/>
          <a:lstStyle/>
          <a:p>
            <a:fld id="{E22B4E40-D89E-452D-A99C-D43FB2FD93F5}" type="slidenum">
              <a:rPr lang="en-US" smtClean="0"/>
              <a:t>36</a:t>
            </a:fld>
            <a:endParaRPr lang="en-US"/>
          </a:p>
        </p:txBody>
      </p:sp>
    </p:spTree>
    <p:extLst>
      <p:ext uri="{BB962C8B-B14F-4D97-AF65-F5344CB8AC3E}">
        <p14:creationId xmlns:p14="http://schemas.microsoft.com/office/powerpoint/2010/main" val="83134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E11B4-4ACA-7EAD-9DDF-4D41A97D88FD}"/>
              </a:ext>
            </a:extLst>
          </p:cNvPr>
          <p:cNvSpPr>
            <a:spLocks noGrp="1"/>
          </p:cNvSpPr>
          <p:nvPr>
            <p:ph type="title"/>
          </p:nvPr>
        </p:nvSpPr>
        <p:spPr/>
        <p:txBody>
          <a:bodyPr/>
          <a:lstStyle/>
          <a:p>
            <a:r>
              <a:rPr lang="en-US" dirty="0"/>
              <a:t>Create Project Folder</a:t>
            </a:r>
          </a:p>
        </p:txBody>
      </p:sp>
      <p:sp>
        <p:nvSpPr>
          <p:cNvPr id="3" name="Content Placeholder 2">
            <a:extLst>
              <a:ext uri="{FF2B5EF4-FFF2-40B4-BE49-F238E27FC236}">
                <a16:creationId xmlns:a16="http://schemas.microsoft.com/office/drawing/2014/main" id="{133D5FA6-008E-6493-2A8F-4A89C597AA7D}"/>
              </a:ext>
            </a:extLst>
          </p:cNvPr>
          <p:cNvSpPr>
            <a:spLocks noGrp="1"/>
          </p:cNvSpPr>
          <p:nvPr>
            <p:ph idx="1"/>
          </p:nvPr>
        </p:nvSpPr>
        <p:spPr/>
        <p:txBody>
          <a:bodyPr/>
          <a:lstStyle/>
          <a:p>
            <a:r>
              <a:rPr lang="en-US" dirty="0"/>
              <a:t>project folders help you organize reports</a:t>
            </a:r>
          </a:p>
          <a:p>
            <a:r>
              <a:rPr lang="en-US" dirty="0"/>
              <a:t>to create a project folder: choose File &gt; New &gt; Project ... </a:t>
            </a:r>
          </a:p>
        </p:txBody>
      </p:sp>
      <p:sp>
        <p:nvSpPr>
          <p:cNvPr id="4" name="Slide Number Placeholder 3">
            <a:extLst>
              <a:ext uri="{FF2B5EF4-FFF2-40B4-BE49-F238E27FC236}">
                <a16:creationId xmlns:a16="http://schemas.microsoft.com/office/drawing/2014/main" id="{B6B37F80-2DD9-6244-E2B4-BCFCDB7805A8}"/>
              </a:ext>
            </a:extLst>
          </p:cNvPr>
          <p:cNvSpPr>
            <a:spLocks noGrp="1"/>
          </p:cNvSpPr>
          <p:nvPr>
            <p:ph type="sldNum" sz="quarter" idx="12"/>
          </p:nvPr>
        </p:nvSpPr>
        <p:spPr/>
        <p:txBody>
          <a:bodyPr/>
          <a:lstStyle/>
          <a:p>
            <a:fld id="{E22B4E40-D89E-452D-A99C-D43FB2FD93F5}" type="slidenum">
              <a:rPr lang="en-US" smtClean="0"/>
              <a:t>37</a:t>
            </a:fld>
            <a:endParaRPr lang="en-US"/>
          </a:p>
        </p:txBody>
      </p:sp>
    </p:spTree>
    <p:extLst>
      <p:ext uri="{BB962C8B-B14F-4D97-AF65-F5344CB8AC3E}">
        <p14:creationId xmlns:p14="http://schemas.microsoft.com/office/powerpoint/2010/main" val="26663137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3C5654-408D-1C7D-1F67-D6063A9D4216}"/>
              </a:ext>
            </a:extLst>
          </p:cNvPr>
          <p:cNvSpPr>
            <a:spLocks noGrp="1"/>
          </p:cNvSpPr>
          <p:nvPr>
            <p:ph type="title"/>
          </p:nvPr>
        </p:nvSpPr>
        <p:spPr/>
        <p:txBody>
          <a:bodyPr/>
          <a:lstStyle/>
          <a:p>
            <a:r>
              <a:rPr lang="en-US" dirty="0" err="1"/>
              <a:t>DataBase</a:t>
            </a:r>
            <a:endParaRPr lang="en-US" dirty="0"/>
          </a:p>
        </p:txBody>
      </p:sp>
      <p:sp>
        <p:nvSpPr>
          <p:cNvPr id="6" name="Text Placeholder 5">
            <a:extLst>
              <a:ext uri="{FF2B5EF4-FFF2-40B4-BE49-F238E27FC236}">
                <a16:creationId xmlns:a16="http://schemas.microsoft.com/office/drawing/2014/main" id="{1B0C2825-791A-094A-D1B4-3811513BBA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1A7E7DF-313E-50D0-CDFB-475B6C337278}"/>
              </a:ext>
            </a:extLst>
          </p:cNvPr>
          <p:cNvSpPr>
            <a:spLocks noGrp="1"/>
          </p:cNvSpPr>
          <p:nvPr>
            <p:ph type="sldNum" sz="quarter" idx="12"/>
          </p:nvPr>
        </p:nvSpPr>
        <p:spPr/>
        <p:txBody>
          <a:bodyPr/>
          <a:lstStyle/>
          <a:p>
            <a:fld id="{E22B4E40-D89E-452D-A99C-D43FB2FD93F5}" type="slidenum">
              <a:rPr lang="en-US" smtClean="0"/>
              <a:t>38</a:t>
            </a:fld>
            <a:endParaRPr lang="en-US"/>
          </a:p>
        </p:txBody>
      </p:sp>
    </p:spTree>
    <p:extLst>
      <p:ext uri="{BB962C8B-B14F-4D97-AF65-F5344CB8AC3E}">
        <p14:creationId xmlns:p14="http://schemas.microsoft.com/office/powerpoint/2010/main" val="4049860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01833-6B97-EC9E-5BDC-3029FB670C43}"/>
              </a:ext>
            </a:extLst>
          </p:cNvPr>
          <p:cNvSpPr>
            <a:spLocks noGrp="1"/>
          </p:cNvSpPr>
          <p:nvPr>
            <p:ph type="title"/>
          </p:nvPr>
        </p:nvSpPr>
        <p:spPr/>
        <p:txBody>
          <a:bodyPr/>
          <a:lstStyle/>
          <a:p>
            <a:r>
              <a:rPr lang="en-US" dirty="0"/>
              <a:t>Work with Database</a:t>
            </a:r>
          </a:p>
        </p:txBody>
      </p:sp>
      <p:sp>
        <p:nvSpPr>
          <p:cNvPr id="3" name="Content Placeholder 2">
            <a:extLst>
              <a:ext uri="{FF2B5EF4-FFF2-40B4-BE49-F238E27FC236}">
                <a16:creationId xmlns:a16="http://schemas.microsoft.com/office/drawing/2014/main" id="{32CF3BF3-AEC0-2904-C28F-D855BB942A7B}"/>
              </a:ext>
            </a:extLst>
          </p:cNvPr>
          <p:cNvSpPr>
            <a:spLocks noGrp="1"/>
          </p:cNvSpPr>
          <p:nvPr>
            <p:ph idx="1"/>
          </p:nvPr>
        </p:nvSpPr>
        <p:spPr/>
        <p:txBody>
          <a:bodyPr>
            <a:normAutofit lnSpcReduction="10000"/>
          </a:bodyPr>
          <a:lstStyle/>
          <a:p>
            <a:r>
              <a:rPr lang="en-US" dirty="0"/>
              <a:t>a JDBC connection lets you use a database accessed through a JDBC driver (such as a relational DBMS)</a:t>
            </a:r>
          </a:p>
          <a:p>
            <a:r>
              <a:rPr lang="en-US" dirty="0"/>
              <a:t>when use JDBC connection in report, must specify a query</a:t>
            </a:r>
          </a:p>
          <a:p>
            <a:r>
              <a:rPr lang="en-US" dirty="0"/>
              <a:t>to create a new JDBC connection:</a:t>
            </a:r>
          </a:p>
          <a:p>
            <a:pPr lvl="1"/>
            <a:r>
              <a:rPr lang="en-US" sz="2700" dirty="0"/>
              <a:t>create connection globally</a:t>
            </a:r>
          </a:p>
          <a:p>
            <a:pPr lvl="2"/>
            <a:r>
              <a:rPr lang="en-US" sz="2700" dirty="0"/>
              <a:t>right-click Data Adapters in Repository Explorer and choose Create Data Adapter</a:t>
            </a:r>
          </a:p>
          <a:p>
            <a:pPr lvl="1"/>
            <a:r>
              <a:rPr lang="en-US" sz="2700" dirty="0"/>
              <a:t>to create connection local to project, click:</a:t>
            </a:r>
          </a:p>
          <a:p>
            <a:pPr lvl="2"/>
            <a:r>
              <a:rPr lang="en-US" sz="2700" dirty="0"/>
              <a:t>enter name and location for data adapter in Data Adapter File dialog box, and then click Next; Data Adapter wizard appears</a:t>
            </a:r>
          </a:p>
        </p:txBody>
      </p:sp>
      <p:sp>
        <p:nvSpPr>
          <p:cNvPr id="4" name="Slide Number Placeholder 3">
            <a:extLst>
              <a:ext uri="{FF2B5EF4-FFF2-40B4-BE49-F238E27FC236}">
                <a16:creationId xmlns:a16="http://schemas.microsoft.com/office/drawing/2014/main" id="{8D22F472-55B1-AE42-AD8A-B17DE74F3772}"/>
              </a:ext>
            </a:extLst>
          </p:cNvPr>
          <p:cNvSpPr>
            <a:spLocks noGrp="1"/>
          </p:cNvSpPr>
          <p:nvPr>
            <p:ph type="sldNum" sz="quarter" idx="12"/>
          </p:nvPr>
        </p:nvSpPr>
        <p:spPr/>
        <p:txBody>
          <a:bodyPr/>
          <a:lstStyle/>
          <a:p>
            <a:fld id="{E22B4E40-D89E-452D-A99C-D43FB2FD93F5}" type="slidenum">
              <a:rPr lang="en-US" smtClean="0"/>
              <a:t>39</a:t>
            </a:fld>
            <a:endParaRPr lang="en-US"/>
          </a:p>
        </p:txBody>
      </p:sp>
      <p:pic>
        <p:nvPicPr>
          <p:cNvPr id="6" name="Picture 5">
            <a:extLst>
              <a:ext uri="{FF2B5EF4-FFF2-40B4-BE49-F238E27FC236}">
                <a16:creationId xmlns:a16="http://schemas.microsoft.com/office/drawing/2014/main" id="{8BB8EC2A-2A26-3B85-5C8B-BC80C36AF580}"/>
              </a:ext>
            </a:extLst>
          </p:cNvPr>
          <p:cNvPicPr>
            <a:picLocks noChangeAspect="1"/>
          </p:cNvPicPr>
          <p:nvPr/>
        </p:nvPicPr>
        <p:blipFill>
          <a:blip r:embed="rId2"/>
          <a:stretch>
            <a:fillRect/>
          </a:stretch>
        </p:blipFill>
        <p:spPr>
          <a:xfrm>
            <a:off x="4846319" y="5760719"/>
            <a:ext cx="5823404" cy="965690"/>
          </a:xfrm>
          <a:prstGeom prst="rect">
            <a:avLst/>
          </a:prstGeom>
        </p:spPr>
      </p:pic>
    </p:spTree>
    <p:extLst>
      <p:ext uri="{BB962C8B-B14F-4D97-AF65-F5344CB8AC3E}">
        <p14:creationId xmlns:p14="http://schemas.microsoft.com/office/powerpoint/2010/main" val="3615249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5C92E-0A01-2515-057B-856FB90C6BEE}"/>
              </a:ext>
            </a:extLst>
          </p:cNvPr>
          <p:cNvSpPr>
            <a:spLocks noGrp="1"/>
          </p:cNvSpPr>
          <p:nvPr>
            <p:ph type="title"/>
          </p:nvPr>
        </p:nvSpPr>
        <p:spPr/>
        <p:txBody>
          <a:bodyPr/>
          <a:lstStyle/>
          <a:p>
            <a:r>
              <a:rPr lang="en-US" dirty="0"/>
              <a:t>from the list, select Database JDBC connection to open Data Adapter dialog</a:t>
            </a:r>
          </a:p>
        </p:txBody>
      </p:sp>
      <p:sp>
        <p:nvSpPr>
          <p:cNvPr id="3" name="Content Placeholder 2">
            <a:extLst>
              <a:ext uri="{FF2B5EF4-FFF2-40B4-BE49-F238E27FC236}">
                <a16:creationId xmlns:a16="http://schemas.microsoft.com/office/drawing/2014/main" id="{191640AB-B492-55C1-4802-961648FE2F61}"/>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20D321F6-B9EA-5DBB-8681-60973A72F087}"/>
              </a:ext>
            </a:extLst>
          </p:cNvPr>
          <p:cNvSpPr>
            <a:spLocks noGrp="1"/>
          </p:cNvSpPr>
          <p:nvPr>
            <p:ph type="sldNum" sz="quarter" idx="12"/>
          </p:nvPr>
        </p:nvSpPr>
        <p:spPr/>
        <p:txBody>
          <a:bodyPr/>
          <a:lstStyle/>
          <a:p>
            <a:fld id="{E22B4E40-D89E-452D-A99C-D43FB2FD93F5}" type="slidenum">
              <a:rPr lang="en-US" smtClean="0"/>
              <a:t>40</a:t>
            </a:fld>
            <a:endParaRPr lang="en-US"/>
          </a:p>
        </p:txBody>
      </p:sp>
      <p:pic>
        <p:nvPicPr>
          <p:cNvPr id="6" name="Picture 5">
            <a:extLst>
              <a:ext uri="{FF2B5EF4-FFF2-40B4-BE49-F238E27FC236}">
                <a16:creationId xmlns:a16="http://schemas.microsoft.com/office/drawing/2014/main" id="{30F1B038-4828-AB1C-6979-F9C2A79A5ED2}"/>
              </a:ext>
            </a:extLst>
          </p:cNvPr>
          <p:cNvPicPr>
            <a:picLocks noChangeAspect="1"/>
          </p:cNvPicPr>
          <p:nvPr/>
        </p:nvPicPr>
        <p:blipFill>
          <a:blip r:embed="rId2"/>
          <a:stretch>
            <a:fillRect/>
          </a:stretch>
        </p:blipFill>
        <p:spPr>
          <a:xfrm>
            <a:off x="2468880" y="1554479"/>
            <a:ext cx="6972447" cy="5153548"/>
          </a:xfrm>
          <a:prstGeom prst="rect">
            <a:avLst/>
          </a:prstGeom>
        </p:spPr>
      </p:pic>
    </p:spTree>
    <p:extLst>
      <p:ext uri="{BB962C8B-B14F-4D97-AF65-F5344CB8AC3E}">
        <p14:creationId xmlns:p14="http://schemas.microsoft.com/office/powerpoint/2010/main" val="13986687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40ECA-810E-5F1F-AFAD-4FA718100EBA}"/>
              </a:ext>
            </a:extLst>
          </p:cNvPr>
          <p:cNvSpPr>
            <a:spLocks noGrp="1"/>
          </p:cNvSpPr>
          <p:nvPr>
            <p:ph type="title"/>
          </p:nvPr>
        </p:nvSpPr>
        <p:spPr/>
        <p:txBody>
          <a:bodyPr/>
          <a:lstStyle/>
          <a:p>
            <a:r>
              <a:rPr lang="en-US" dirty="0"/>
              <a:t>configuring a JDBC Connection</a:t>
            </a:r>
          </a:p>
        </p:txBody>
      </p:sp>
      <p:sp>
        <p:nvSpPr>
          <p:cNvPr id="3" name="Content Placeholder 2">
            <a:extLst>
              <a:ext uri="{FF2B5EF4-FFF2-40B4-BE49-F238E27FC236}">
                <a16:creationId xmlns:a16="http://schemas.microsoft.com/office/drawing/2014/main" id="{650B4103-4186-D751-A980-801E051A28E0}"/>
              </a:ext>
            </a:extLst>
          </p:cNvPr>
          <p:cNvSpPr>
            <a:spLocks noGrp="1"/>
          </p:cNvSpPr>
          <p:nvPr>
            <p:ph idx="1"/>
          </p:nvPr>
        </p:nvSpPr>
        <p:spPr/>
        <p:txBody>
          <a:bodyPr/>
          <a:lstStyle/>
          <a:p>
            <a:r>
              <a:rPr lang="en-US" dirty="0"/>
              <a:t>name the connection - name that will appear on the list of available connections when you create report</a:t>
            </a:r>
          </a:p>
          <a:p>
            <a:r>
              <a:rPr lang="en-US" dirty="0"/>
              <a:t>in the JDBC Driver field, specify the JDBC driver to use for your database connection</a:t>
            </a:r>
          </a:p>
          <a:p>
            <a:pPr lvl="1"/>
            <a:r>
              <a:rPr lang="en-US" sz="2700" dirty="0"/>
              <a:t>drop-down displays names of most common JDBC drivers</a:t>
            </a:r>
          </a:p>
        </p:txBody>
      </p:sp>
      <p:sp>
        <p:nvSpPr>
          <p:cNvPr id="4" name="Slide Number Placeholder 3">
            <a:extLst>
              <a:ext uri="{FF2B5EF4-FFF2-40B4-BE49-F238E27FC236}">
                <a16:creationId xmlns:a16="http://schemas.microsoft.com/office/drawing/2014/main" id="{83771188-2AD7-82AE-D1E4-65032A885CAA}"/>
              </a:ext>
            </a:extLst>
          </p:cNvPr>
          <p:cNvSpPr>
            <a:spLocks noGrp="1"/>
          </p:cNvSpPr>
          <p:nvPr>
            <p:ph type="sldNum" sz="quarter" idx="12"/>
          </p:nvPr>
        </p:nvSpPr>
        <p:spPr/>
        <p:txBody>
          <a:bodyPr/>
          <a:lstStyle/>
          <a:p>
            <a:fld id="{E22B4E40-D89E-452D-A99C-D43FB2FD93F5}" type="slidenum">
              <a:rPr lang="en-US" smtClean="0"/>
              <a:t>41</a:t>
            </a:fld>
            <a:endParaRPr lang="en-US"/>
          </a:p>
        </p:txBody>
      </p:sp>
    </p:spTree>
    <p:extLst>
      <p:ext uri="{BB962C8B-B14F-4D97-AF65-F5344CB8AC3E}">
        <p14:creationId xmlns:p14="http://schemas.microsoft.com/office/powerpoint/2010/main" val="9190626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D2360-FD98-2C71-CAC4-C8202C4572A6}"/>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40708AC4-A525-EF96-9396-3763B185A069}"/>
              </a:ext>
            </a:extLst>
          </p:cNvPr>
          <p:cNvPicPr>
            <a:picLocks noGrp="1" noChangeAspect="1"/>
          </p:cNvPicPr>
          <p:nvPr>
            <p:ph idx="1"/>
          </p:nvPr>
        </p:nvPicPr>
        <p:blipFill>
          <a:blip r:embed="rId2"/>
          <a:stretch>
            <a:fillRect/>
          </a:stretch>
        </p:blipFill>
        <p:spPr>
          <a:xfrm>
            <a:off x="3017520" y="1188720"/>
            <a:ext cx="6130467" cy="4988853"/>
          </a:xfrm>
          <a:prstGeom prst="rect">
            <a:avLst/>
          </a:prstGeom>
        </p:spPr>
      </p:pic>
      <p:sp>
        <p:nvSpPr>
          <p:cNvPr id="4" name="Slide Number Placeholder 3">
            <a:extLst>
              <a:ext uri="{FF2B5EF4-FFF2-40B4-BE49-F238E27FC236}">
                <a16:creationId xmlns:a16="http://schemas.microsoft.com/office/drawing/2014/main" id="{07F2851B-98D8-1ECC-49C1-164824DE7B2E}"/>
              </a:ext>
            </a:extLst>
          </p:cNvPr>
          <p:cNvSpPr>
            <a:spLocks noGrp="1"/>
          </p:cNvSpPr>
          <p:nvPr>
            <p:ph type="sldNum" sz="quarter" idx="12"/>
          </p:nvPr>
        </p:nvSpPr>
        <p:spPr/>
        <p:txBody>
          <a:bodyPr/>
          <a:lstStyle/>
          <a:p>
            <a:fld id="{E22B4E40-D89E-452D-A99C-D43FB2FD93F5}" type="slidenum">
              <a:rPr lang="en-US" smtClean="0"/>
              <a:t>42</a:t>
            </a:fld>
            <a:endParaRPr lang="en-US"/>
          </a:p>
        </p:txBody>
      </p:sp>
    </p:spTree>
    <p:extLst>
      <p:ext uri="{BB962C8B-B14F-4D97-AF65-F5344CB8AC3E}">
        <p14:creationId xmlns:p14="http://schemas.microsoft.com/office/powerpoint/2010/main" val="42393513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2FC66-B524-38CD-1092-CDEEB2C224D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BA0BBB-5C52-FD20-F93C-91BA544F107A}"/>
              </a:ext>
            </a:extLst>
          </p:cNvPr>
          <p:cNvSpPr>
            <a:spLocks noGrp="1"/>
          </p:cNvSpPr>
          <p:nvPr>
            <p:ph idx="1"/>
          </p:nvPr>
        </p:nvSpPr>
        <p:spPr/>
        <p:txBody>
          <a:bodyPr/>
          <a:lstStyle/>
          <a:p>
            <a:r>
              <a:rPr lang="en-US" i="1" dirty="0">
                <a:solidFill>
                  <a:srgbClr val="FF0000"/>
                </a:solidFill>
              </a:rPr>
              <a:t>if driver is displayed in red, the JDBC driver class for that driver is not present in the class path and you must obtain and install the driver before using it</a:t>
            </a:r>
          </a:p>
        </p:txBody>
      </p:sp>
      <p:sp>
        <p:nvSpPr>
          <p:cNvPr id="4" name="Slide Number Placeholder 3">
            <a:extLst>
              <a:ext uri="{FF2B5EF4-FFF2-40B4-BE49-F238E27FC236}">
                <a16:creationId xmlns:a16="http://schemas.microsoft.com/office/drawing/2014/main" id="{5C59B84D-C8B7-AC29-338C-1B998CD7126B}"/>
              </a:ext>
            </a:extLst>
          </p:cNvPr>
          <p:cNvSpPr>
            <a:spLocks noGrp="1"/>
          </p:cNvSpPr>
          <p:nvPr>
            <p:ph type="sldNum" sz="quarter" idx="12"/>
          </p:nvPr>
        </p:nvSpPr>
        <p:spPr/>
        <p:txBody>
          <a:bodyPr/>
          <a:lstStyle/>
          <a:p>
            <a:fld id="{E22B4E40-D89E-452D-A99C-D43FB2FD93F5}" type="slidenum">
              <a:rPr lang="en-US" smtClean="0"/>
              <a:t>43</a:t>
            </a:fld>
            <a:endParaRPr lang="en-US"/>
          </a:p>
        </p:txBody>
      </p:sp>
    </p:spTree>
    <p:extLst>
      <p:ext uri="{BB962C8B-B14F-4D97-AF65-F5344CB8AC3E}">
        <p14:creationId xmlns:p14="http://schemas.microsoft.com/office/powerpoint/2010/main" val="20001036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92C86-FC92-A893-403E-3C8A88EDE73C}"/>
              </a:ext>
            </a:extLst>
          </p:cNvPr>
          <p:cNvSpPr>
            <a:spLocks noGrp="1"/>
          </p:cNvSpPr>
          <p:nvPr>
            <p:ph type="title"/>
          </p:nvPr>
        </p:nvSpPr>
        <p:spPr/>
        <p:txBody>
          <a:bodyPr/>
          <a:lstStyle/>
          <a:p>
            <a:endParaRPr lang="en-US"/>
          </a:p>
        </p:txBody>
      </p:sp>
      <p:pic>
        <p:nvPicPr>
          <p:cNvPr id="6" name="Content Placeholder 5">
            <a:extLst>
              <a:ext uri="{FF2B5EF4-FFF2-40B4-BE49-F238E27FC236}">
                <a16:creationId xmlns:a16="http://schemas.microsoft.com/office/drawing/2014/main" id="{E39AD757-1481-01C0-F846-CF817C37102A}"/>
              </a:ext>
            </a:extLst>
          </p:cNvPr>
          <p:cNvPicPr>
            <a:picLocks noGrp="1" noChangeAspect="1"/>
          </p:cNvPicPr>
          <p:nvPr>
            <p:ph idx="1"/>
          </p:nvPr>
        </p:nvPicPr>
        <p:blipFill>
          <a:blip r:embed="rId2"/>
          <a:stretch>
            <a:fillRect/>
          </a:stretch>
        </p:blipFill>
        <p:spPr>
          <a:xfrm>
            <a:off x="640080" y="1554480"/>
            <a:ext cx="10876206" cy="4496799"/>
          </a:xfrm>
          <a:prstGeom prst="rect">
            <a:avLst/>
          </a:prstGeom>
        </p:spPr>
      </p:pic>
      <p:sp>
        <p:nvSpPr>
          <p:cNvPr id="4" name="Slide Number Placeholder 3">
            <a:extLst>
              <a:ext uri="{FF2B5EF4-FFF2-40B4-BE49-F238E27FC236}">
                <a16:creationId xmlns:a16="http://schemas.microsoft.com/office/drawing/2014/main" id="{A934A091-3310-1CEF-1D9E-CDDD9B225F39}"/>
              </a:ext>
            </a:extLst>
          </p:cNvPr>
          <p:cNvSpPr>
            <a:spLocks noGrp="1"/>
          </p:cNvSpPr>
          <p:nvPr>
            <p:ph type="sldNum" sz="quarter" idx="12"/>
          </p:nvPr>
        </p:nvSpPr>
        <p:spPr/>
        <p:txBody>
          <a:bodyPr/>
          <a:lstStyle/>
          <a:p>
            <a:fld id="{E22B4E40-D89E-452D-A99C-D43FB2FD93F5}" type="slidenum">
              <a:rPr lang="en-US" smtClean="0"/>
              <a:t>44</a:t>
            </a:fld>
            <a:endParaRPr lang="en-US"/>
          </a:p>
        </p:txBody>
      </p:sp>
    </p:spTree>
    <p:extLst>
      <p:ext uri="{BB962C8B-B14F-4D97-AF65-F5344CB8AC3E}">
        <p14:creationId xmlns:p14="http://schemas.microsoft.com/office/powerpoint/2010/main" val="3686966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DB142-B5D8-074F-AE67-7DB0D917578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D3EB2EE-D169-33B0-51B1-39B15854ABA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3C9FEABC-D8B6-C255-6DB5-537360223359}"/>
              </a:ext>
            </a:extLst>
          </p:cNvPr>
          <p:cNvSpPr>
            <a:spLocks noGrp="1"/>
          </p:cNvSpPr>
          <p:nvPr>
            <p:ph type="sldNum" sz="quarter" idx="12"/>
          </p:nvPr>
        </p:nvSpPr>
        <p:spPr/>
        <p:txBody>
          <a:bodyPr/>
          <a:lstStyle/>
          <a:p>
            <a:fld id="{E22B4E40-D89E-452D-A99C-D43FB2FD93F5}" type="slidenum">
              <a:rPr lang="en-US" smtClean="0"/>
              <a:t>45</a:t>
            </a:fld>
            <a:endParaRPr lang="en-US"/>
          </a:p>
        </p:txBody>
      </p:sp>
      <p:pic>
        <p:nvPicPr>
          <p:cNvPr id="6" name="Picture 5">
            <a:extLst>
              <a:ext uri="{FF2B5EF4-FFF2-40B4-BE49-F238E27FC236}">
                <a16:creationId xmlns:a16="http://schemas.microsoft.com/office/drawing/2014/main" id="{F13E4310-7AF5-CFE7-2A89-140492E008CF}"/>
              </a:ext>
            </a:extLst>
          </p:cNvPr>
          <p:cNvPicPr>
            <a:picLocks noChangeAspect="1"/>
          </p:cNvPicPr>
          <p:nvPr/>
        </p:nvPicPr>
        <p:blipFill>
          <a:blip r:embed="rId2"/>
          <a:stretch>
            <a:fillRect/>
          </a:stretch>
        </p:blipFill>
        <p:spPr>
          <a:xfrm>
            <a:off x="2286000" y="1097280"/>
            <a:ext cx="6779340" cy="5052803"/>
          </a:xfrm>
          <a:prstGeom prst="rect">
            <a:avLst/>
          </a:prstGeom>
        </p:spPr>
      </p:pic>
      <p:pic>
        <p:nvPicPr>
          <p:cNvPr id="7" name="Picture 6">
            <a:extLst>
              <a:ext uri="{FF2B5EF4-FFF2-40B4-BE49-F238E27FC236}">
                <a16:creationId xmlns:a16="http://schemas.microsoft.com/office/drawing/2014/main" id="{64E2F679-00A2-2AE7-DA44-B277DD43C78F}"/>
              </a:ext>
            </a:extLst>
          </p:cNvPr>
          <p:cNvPicPr>
            <a:picLocks noChangeAspect="1"/>
          </p:cNvPicPr>
          <p:nvPr/>
        </p:nvPicPr>
        <p:blipFill>
          <a:blip r:embed="rId3"/>
          <a:stretch>
            <a:fillRect/>
          </a:stretch>
        </p:blipFill>
        <p:spPr>
          <a:xfrm>
            <a:off x="5212080" y="2468880"/>
            <a:ext cx="6523895" cy="1734081"/>
          </a:xfrm>
          <a:prstGeom prst="rect">
            <a:avLst/>
          </a:prstGeom>
        </p:spPr>
      </p:pic>
    </p:spTree>
    <p:extLst>
      <p:ext uri="{BB962C8B-B14F-4D97-AF65-F5344CB8AC3E}">
        <p14:creationId xmlns:p14="http://schemas.microsoft.com/office/powerpoint/2010/main" val="38031577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32114-FDB6-A435-77D9-CBEAE4F3C7A5}"/>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EE985CB-F691-9F2A-863C-8355BAA9AF2A}"/>
              </a:ext>
            </a:extLst>
          </p:cNvPr>
          <p:cNvSpPr>
            <a:spLocks noGrp="1"/>
          </p:cNvSpPr>
          <p:nvPr>
            <p:ph idx="1"/>
          </p:nvPr>
        </p:nvSpPr>
        <p:spPr/>
        <p:txBody>
          <a:bodyPr/>
          <a:lstStyle/>
          <a:p>
            <a:r>
              <a:rPr lang="en-US" dirty="0"/>
              <a:t>File &gt; </a:t>
            </a:r>
          </a:p>
          <a:p>
            <a:r>
              <a:rPr lang="en-US" dirty="0"/>
              <a:t>New &gt; </a:t>
            </a:r>
          </a:p>
          <a:p>
            <a:r>
              <a:rPr lang="en-US" dirty="0"/>
              <a:t>Jasper Report</a:t>
            </a:r>
          </a:p>
        </p:txBody>
      </p:sp>
      <p:sp>
        <p:nvSpPr>
          <p:cNvPr id="4" name="Slide Number Placeholder 3">
            <a:extLst>
              <a:ext uri="{FF2B5EF4-FFF2-40B4-BE49-F238E27FC236}">
                <a16:creationId xmlns:a16="http://schemas.microsoft.com/office/drawing/2014/main" id="{53E80A00-A526-73BD-30E0-4C3C5A528422}"/>
              </a:ext>
            </a:extLst>
          </p:cNvPr>
          <p:cNvSpPr>
            <a:spLocks noGrp="1"/>
          </p:cNvSpPr>
          <p:nvPr>
            <p:ph type="sldNum" sz="quarter" idx="12"/>
          </p:nvPr>
        </p:nvSpPr>
        <p:spPr/>
        <p:txBody>
          <a:bodyPr/>
          <a:lstStyle/>
          <a:p>
            <a:fld id="{E22B4E40-D89E-452D-A99C-D43FB2FD93F5}" type="slidenum">
              <a:rPr lang="en-US" smtClean="0"/>
              <a:t>46</a:t>
            </a:fld>
            <a:endParaRPr lang="en-US"/>
          </a:p>
        </p:txBody>
      </p:sp>
      <p:pic>
        <p:nvPicPr>
          <p:cNvPr id="8" name="Picture 7">
            <a:extLst>
              <a:ext uri="{FF2B5EF4-FFF2-40B4-BE49-F238E27FC236}">
                <a16:creationId xmlns:a16="http://schemas.microsoft.com/office/drawing/2014/main" id="{C880F19C-80D8-28EB-1A72-340D270D1C66}"/>
              </a:ext>
            </a:extLst>
          </p:cNvPr>
          <p:cNvPicPr>
            <a:picLocks noChangeAspect="1"/>
          </p:cNvPicPr>
          <p:nvPr/>
        </p:nvPicPr>
        <p:blipFill>
          <a:blip r:embed="rId2"/>
          <a:stretch>
            <a:fillRect/>
          </a:stretch>
        </p:blipFill>
        <p:spPr>
          <a:xfrm>
            <a:off x="3383280" y="274320"/>
            <a:ext cx="8548552" cy="5970864"/>
          </a:xfrm>
          <a:prstGeom prst="rect">
            <a:avLst/>
          </a:prstGeom>
        </p:spPr>
      </p:pic>
    </p:spTree>
    <p:extLst>
      <p:ext uri="{BB962C8B-B14F-4D97-AF65-F5344CB8AC3E}">
        <p14:creationId xmlns:p14="http://schemas.microsoft.com/office/powerpoint/2010/main" val="36931684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D00E9-CBA8-36CA-4445-366EF25F152C}"/>
              </a:ext>
            </a:extLst>
          </p:cNvPr>
          <p:cNvSpPr>
            <a:spLocks noGrp="1"/>
          </p:cNvSpPr>
          <p:nvPr>
            <p:ph type="title"/>
          </p:nvPr>
        </p:nvSpPr>
        <p:spPr/>
        <p:txBody>
          <a:bodyPr/>
          <a:lstStyle/>
          <a:p>
            <a:r>
              <a:rPr lang="en-US" dirty="0"/>
              <a:t>New	Data Source</a:t>
            </a:r>
          </a:p>
        </p:txBody>
      </p:sp>
      <p:sp>
        <p:nvSpPr>
          <p:cNvPr id="3" name="Content Placeholder 2">
            <a:extLst>
              <a:ext uri="{FF2B5EF4-FFF2-40B4-BE49-F238E27FC236}">
                <a16:creationId xmlns:a16="http://schemas.microsoft.com/office/drawing/2014/main" id="{41258D1E-6966-B153-D6B4-27F015EB95D7}"/>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330D0CDC-BB3A-673D-9367-CFA4F793EFB4}"/>
              </a:ext>
            </a:extLst>
          </p:cNvPr>
          <p:cNvSpPr>
            <a:spLocks noGrp="1"/>
          </p:cNvSpPr>
          <p:nvPr>
            <p:ph type="sldNum" sz="quarter" idx="12"/>
          </p:nvPr>
        </p:nvSpPr>
        <p:spPr/>
        <p:txBody>
          <a:bodyPr/>
          <a:lstStyle/>
          <a:p>
            <a:fld id="{E22B4E40-D89E-452D-A99C-D43FB2FD93F5}" type="slidenum">
              <a:rPr lang="en-US" smtClean="0"/>
              <a:t>47</a:t>
            </a:fld>
            <a:endParaRPr lang="en-US"/>
          </a:p>
        </p:txBody>
      </p:sp>
      <p:pic>
        <p:nvPicPr>
          <p:cNvPr id="6" name="Picture 5">
            <a:extLst>
              <a:ext uri="{FF2B5EF4-FFF2-40B4-BE49-F238E27FC236}">
                <a16:creationId xmlns:a16="http://schemas.microsoft.com/office/drawing/2014/main" id="{86DE9878-5A3D-5D36-33C8-B70B2077BA22}"/>
              </a:ext>
            </a:extLst>
          </p:cNvPr>
          <p:cNvPicPr>
            <a:picLocks noChangeAspect="1"/>
          </p:cNvPicPr>
          <p:nvPr/>
        </p:nvPicPr>
        <p:blipFill>
          <a:blip r:embed="rId2"/>
          <a:stretch>
            <a:fillRect/>
          </a:stretch>
        </p:blipFill>
        <p:spPr>
          <a:xfrm>
            <a:off x="1828800" y="1828800"/>
            <a:ext cx="9920271" cy="2161829"/>
          </a:xfrm>
          <a:prstGeom prst="rect">
            <a:avLst/>
          </a:prstGeom>
        </p:spPr>
      </p:pic>
    </p:spTree>
    <p:extLst>
      <p:ext uri="{BB962C8B-B14F-4D97-AF65-F5344CB8AC3E}">
        <p14:creationId xmlns:p14="http://schemas.microsoft.com/office/powerpoint/2010/main" val="10862230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EC7CB-104E-1408-08C4-50D357120441}"/>
              </a:ext>
            </a:extLst>
          </p:cNvPr>
          <p:cNvSpPr>
            <a:spLocks noGrp="1"/>
          </p:cNvSpPr>
          <p:nvPr>
            <p:ph type="title"/>
          </p:nvPr>
        </p:nvSpPr>
        <p:spPr/>
        <p:txBody>
          <a:bodyPr/>
          <a:lstStyle/>
          <a:p>
            <a:r>
              <a:rPr lang="en-US" dirty="0"/>
              <a:t>Database JDBC Connection</a:t>
            </a:r>
          </a:p>
        </p:txBody>
      </p:sp>
      <p:sp>
        <p:nvSpPr>
          <p:cNvPr id="3" name="Content Placeholder 2">
            <a:extLst>
              <a:ext uri="{FF2B5EF4-FFF2-40B4-BE49-F238E27FC236}">
                <a16:creationId xmlns:a16="http://schemas.microsoft.com/office/drawing/2014/main" id="{4DEEAA64-CDFB-B9BE-39AF-1ACB0FA13354}"/>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DDBDCD1E-A5AB-6B17-6DA7-964A79927025}"/>
              </a:ext>
            </a:extLst>
          </p:cNvPr>
          <p:cNvSpPr>
            <a:spLocks noGrp="1"/>
          </p:cNvSpPr>
          <p:nvPr>
            <p:ph type="sldNum" sz="quarter" idx="12"/>
          </p:nvPr>
        </p:nvSpPr>
        <p:spPr/>
        <p:txBody>
          <a:bodyPr/>
          <a:lstStyle/>
          <a:p>
            <a:fld id="{E22B4E40-D89E-452D-A99C-D43FB2FD93F5}" type="slidenum">
              <a:rPr lang="en-US" smtClean="0"/>
              <a:t>48</a:t>
            </a:fld>
            <a:endParaRPr lang="en-US"/>
          </a:p>
        </p:txBody>
      </p:sp>
      <p:pic>
        <p:nvPicPr>
          <p:cNvPr id="6" name="Picture 5">
            <a:extLst>
              <a:ext uri="{FF2B5EF4-FFF2-40B4-BE49-F238E27FC236}">
                <a16:creationId xmlns:a16="http://schemas.microsoft.com/office/drawing/2014/main" id="{F5E14D62-7ADC-0981-42CD-91A30DA5913D}"/>
              </a:ext>
            </a:extLst>
          </p:cNvPr>
          <p:cNvPicPr>
            <a:picLocks noChangeAspect="1"/>
          </p:cNvPicPr>
          <p:nvPr/>
        </p:nvPicPr>
        <p:blipFill>
          <a:blip r:embed="rId2"/>
          <a:stretch>
            <a:fillRect/>
          </a:stretch>
        </p:blipFill>
        <p:spPr>
          <a:xfrm>
            <a:off x="3200400" y="1371600"/>
            <a:ext cx="6093981" cy="5178612"/>
          </a:xfrm>
          <a:prstGeom prst="rect">
            <a:avLst/>
          </a:prstGeom>
        </p:spPr>
      </p:pic>
    </p:spTree>
    <p:extLst>
      <p:ext uri="{BB962C8B-B14F-4D97-AF65-F5344CB8AC3E}">
        <p14:creationId xmlns:p14="http://schemas.microsoft.com/office/powerpoint/2010/main" val="37566396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481A9-0ABD-C43D-30A9-975506A872A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DF48099-68C7-11A0-741C-9746EC4F76B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0F702250-CBC6-8537-1D69-3BEF1D3E2B98}"/>
              </a:ext>
            </a:extLst>
          </p:cNvPr>
          <p:cNvSpPr>
            <a:spLocks noGrp="1"/>
          </p:cNvSpPr>
          <p:nvPr>
            <p:ph type="sldNum" sz="quarter" idx="12"/>
          </p:nvPr>
        </p:nvSpPr>
        <p:spPr/>
        <p:txBody>
          <a:bodyPr/>
          <a:lstStyle/>
          <a:p>
            <a:fld id="{E22B4E40-D89E-452D-A99C-D43FB2FD93F5}" type="slidenum">
              <a:rPr lang="en-US" smtClean="0"/>
              <a:t>49</a:t>
            </a:fld>
            <a:endParaRPr lang="en-US"/>
          </a:p>
        </p:txBody>
      </p:sp>
      <p:pic>
        <p:nvPicPr>
          <p:cNvPr id="6" name="Picture 5">
            <a:extLst>
              <a:ext uri="{FF2B5EF4-FFF2-40B4-BE49-F238E27FC236}">
                <a16:creationId xmlns:a16="http://schemas.microsoft.com/office/drawing/2014/main" id="{E85F933C-6918-67E2-9713-205C8D4337A5}"/>
              </a:ext>
            </a:extLst>
          </p:cNvPr>
          <p:cNvPicPr>
            <a:picLocks noChangeAspect="1"/>
          </p:cNvPicPr>
          <p:nvPr/>
        </p:nvPicPr>
        <p:blipFill>
          <a:blip r:embed="rId2"/>
          <a:stretch>
            <a:fillRect/>
          </a:stretch>
        </p:blipFill>
        <p:spPr>
          <a:xfrm>
            <a:off x="3017520" y="274320"/>
            <a:ext cx="5713210" cy="6385351"/>
          </a:xfrm>
          <a:prstGeom prst="rect">
            <a:avLst/>
          </a:prstGeom>
        </p:spPr>
      </p:pic>
    </p:spTree>
    <p:extLst>
      <p:ext uri="{BB962C8B-B14F-4D97-AF65-F5344CB8AC3E}">
        <p14:creationId xmlns:p14="http://schemas.microsoft.com/office/powerpoint/2010/main" val="5140799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55C8E-870D-B100-178E-30CEE737F1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6BBC455-9CA4-E860-9442-D89A4EE30B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18A76D6B-2E5D-5188-BEDD-FBDC026C524E}"/>
              </a:ext>
            </a:extLst>
          </p:cNvPr>
          <p:cNvSpPr>
            <a:spLocks noGrp="1"/>
          </p:cNvSpPr>
          <p:nvPr>
            <p:ph type="sldNum" sz="quarter" idx="12"/>
          </p:nvPr>
        </p:nvSpPr>
        <p:spPr/>
        <p:txBody>
          <a:bodyPr/>
          <a:lstStyle/>
          <a:p>
            <a:fld id="{E22B4E40-D89E-452D-A99C-D43FB2FD93F5}" type="slidenum">
              <a:rPr lang="en-US" smtClean="0"/>
              <a:t>50</a:t>
            </a:fld>
            <a:endParaRPr lang="en-US"/>
          </a:p>
        </p:txBody>
      </p:sp>
      <p:pic>
        <p:nvPicPr>
          <p:cNvPr id="6" name="Picture 5">
            <a:extLst>
              <a:ext uri="{FF2B5EF4-FFF2-40B4-BE49-F238E27FC236}">
                <a16:creationId xmlns:a16="http://schemas.microsoft.com/office/drawing/2014/main" id="{5D64ADCB-F87E-DDB9-AA8D-F8ACB09E7CD9}"/>
              </a:ext>
            </a:extLst>
          </p:cNvPr>
          <p:cNvPicPr>
            <a:picLocks noChangeAspect="1"/>
          </p:cNvPicPr>
          <p:nvPr/>
        </p:nvPicPr>
        <p:blipFill>
          <a:blip r:embed="rId2"/>
          <a:stretch>
            <a:fillRect/>
          </a:stretch>
        </p:blipFill>
        <p:spPr>
          <a:xfrm>
            <a:off x="182880" y="457200"/>
            <a:ext cx="5401143" cy="1120237"/>
          </a:xfrm>
          <a:prstGeom prst="rect">
            <a:avLst/>
          </a:prstGeom>
        </p:spPr>
      </p:pic>
      <p:pic>
        <p:nvPicPr>
          <p:cNvPr id="8" name="Picture 7">
            <a:extLst>
              <a:ext uri="{FF2B5EF4-FFF2-40B4-BE49-F238E27FC236}">
                <a16:creationId xmlns:a16="http://schemas.microsoft.com/office/drawing/2014/main" id="{4EC31FF9-7AB5-2C43-7237-8A8A673F4CC9}"/>
              </a:ext>
            </a:extLst>
          </p:cNvPr>
          <p:cNvPicPr>
            <a:picLocks noChangeAspect="1"/>
          </p:cNvPicPr>
          <p:nvPr/>
        </p:nvPicPr>
        <p:blipFill>
          <a:blip r:embed="rId3"/>
          <a:stretch>
            <a:fillRect/>
          </a:stretch>
        </p:blipFill>
        <p:spPr>
          <a:xfrm>
            <a:off x="5852160" y="0"/>
            <a:ext cx="6048137" cy="6775605"/>
          </a:xfrm>
          <a:prstGeom prst="rect">
            <a:avLst/>
          </a:prstGeom>
        </p:spPr>
      </p:pic>
    </p:spTree>
    <p:extLst>
      <p:ext uri="{BB962C8B-B14F-4D97-AF65-F5344CB8AC3E}">
        <p14:creationId xmlns:p14="http://schemas.microsoft.com/office/powerpoint/2010/main" val="38629126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267A7-9AAF-D9CB-E7BD-270E140CCA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5956571-271D-C5C0-1D45-D7AD117D080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5B00176F-4E90-580C-16FA-BB49F1BFDCB1}"/>
              </a:ext>
            </a:extLst>
          </p:cNvPr>
          <p:cNvSpPr>
            <a:spLocks noGrp="1"/>
          </p:cNvSpPr>
          <p:nvPr>
            <p:ph type="sldNum" sz="quarter" idx="12"/>
          </p:nvPr>
        </p:nvSpPr>
        <p:spPr/>
        <p:txBody>
          <a:bodyPr/>
          <a:lstStyle/>
          <a:p>
            <a:fld id="{E22B4E40-D89E-452D-A99C-D43FB2FD93F5}" type="slidenum">
              <a:rPr lang="en-US" smtClean="0"/>
              <a:t>51</a:t>
            </a:fld>
            <a:endParaRPr lang="en-US"/>
          </a:p>
        </p:txBody>
      </p:sp>
      <p:pic>
        <p:nvPicPr>
          <p:cNvPr id="6" name="Picture 5">
            <a:extLst>
              <a:ext uri="{FF2B5EF4-FFF2-40B4-BE49-F238E27FC236}">
                <a16:creationId xmlns:a16="http://schemas.microsoft.com/office/drawing/2014/main" id="{A31A8B51-530A-66D7-FF0F-9822FC06406C}"/>
              </a:ext>
            </a:extLst>
          </p:cNvPr>
          <p:cNvPicPr>
            <a:picLocks noChangeAspect="1"/>
          </p:cNvPicPr>
          <p:nvPr/>
        </p:nvPicPr>
        <p:blipFill>
          <a:blip r:embed="rId2"/>
          <a:stretch>
            <a:fillRect/>
          </a:stretch>
        </p:blipFill>
        <p:spPr>
          <a:xfrm>
            <a:off x="1097280" y="1097280"/>
            <a:ext cx="9997088" cy="3061676"/>
          </a:xfrm>
          <a:prstGeom prst="rect">
            <a:avLst/>
          </a:prstGeom>
        </p:spPr>
      </p:pic>
    </p:spTree>
    <p:extLst>
      <p:ext uri="{BB962C8B-B14F-4D97-AF65-F5344CB8AC3E}">
        <p14:creationId xmlns:p14="http://schemas.microsoft.com/office/powerpoint/2010/main" val="31479689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30A21-E2B2-CBF3-1C70-6B4CB982C86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73ABAAE-284B-049C-B38C-1E0764B09AB5}"/>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A13843A-7750-5BED-0A9A-808586A67DDD}"/>
              </a:ext>
            </a:extLst>
          </p:cNvPr>
          <p:cNvSpPr>
            <a:spLocks noGrp="1"/>
          </p:cNvSpPr>
          <p:nvPr>
            <p:ph type="sldNum" sz="quarter" idx="12"/>
          </p:nvPr>
        </p:nvSpPr>
        <p:spPr/>
        <p:txBody>
          <a:bodyPr/>
          <a:lstStyle/>
          <a:p>
            <a:fld id="{E22B4E40-D89E-452D-A99C-D43FB2FD93F5}" type="slidenum">
              <a:rPr lang="en-US" smtClean="0"/>
              <a:t>52</a:t>
            </a:fld>
            <a:endParaRPr lang="en-US"/>
          </a:p>
        </p:txBody>
      </p:sp>
      <p:pic>
        <p:nvPicPr>
          <p:cNvPr id="6" name="Picture 5">
            <a:extLst>
              <a:ext uri="{FF2B5EF4-FFF2-40B4-BE49-F238E27FC236}">
                <a16:creationId xmlns:a16="http://schemas.microsoft.com/office/drawing/2014/main" id="{5EFDF755-EAD2-1691-5410-1F9C603F06A7}"/>
              </a:ext>
            </a:extLst>
          </p:cNvPr>
          <p:cNvPicPr>
            <a:picLocks noChangeAspect="1"/>
          </p:cNvPicPr>
          <p:nvPr/>
        </p:nvPicPr>
        <p:blipFill>
          <a:blip r:embed="rId2"/>
          <a:stretch>
            <a:fillRect/>
          </a:stretch>
        </p:blipFill>
        <p:spPr>
          <a:xfrm>
            <a:off x="1554480" y="274320"/>
            <a:ext cx="8788755" cy="6164809"/>
          </a:xfrm>
          <a:prstGeom prst="rect">
            <a:avLst/>
          </a:prstGeom>
        </p:spPr>
      </p:pic>
    </p:spTree>
    <p:extLst>
      <p:ext uri="{BB962C8B-B14F-4D97-AF65-F5344CB8AC3E}">
        <p14:creationId xmlns:p14="http://schemas.microsoft.com/office/powerpoint/2010/main" val="12569287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EB93A-2320-02B0-26A5-FA5FF369D97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D6158F-15C6-C01C-0356-ED8D2E1F63A0}"/>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7F874B6E-5B5F-D1CF-D0AB-E8617B4E9CAB}"/>
              </a:ext>
            </a:extLst>
          </p:cNvPr>
          <p:cNvSpPr>
            <a:spLocks noGrp="1"/>
          </p:cNvSpPr>
          <p:nvPr>
            <p:ph type="sldNum" sz="quarter" idx="12"/>
          </p:nvPr>
        </p:nvSpPr>
        <p:spPr/>
        <p:txBody>
          <a:bodyPr/>
          <a:lstStyle/>
          <a:p>
            <a:fld id="{E22B4E40-D89E-452D-A99C-D43FB2FD93F5}" type="slidenum">
              <a:rPr lang="en-US" smtClean="0"/>
              <a:t>53</a:t>
            </a:fld>
            <a:endParaRPr lang="en-US"/>
          </a:p>
        </p:txBody>
      </p:sp>
      <p:pic>
        <p:nvPicPr>
          <p:cNvPr id="6" name="Picture 5">
            <a:extLst>
              <a:ext uri="{FF2B5EF4-FFF2-40B4-BE49-F238E27FC236}">
                <a16:creationId xmlns:a16="http://schemas.microsoft.com/office/drawing/2014/main" id="{35F54A01-6EA0-D81E-DCCD-7D62F8127E87}"/>
              </a:ext>
            </a:extLst>
          </p:cNvPr>
          <p:cNvPicPr>
            <a:picLocks noChangeAspect="1"/>
          </p:cNvPicPr>
          <p:nvPr/>
        </p:nvPicPr>
        <p:blipFill>
          <a:blip r:embed="rId2"/>
          <a:stretch>
            <a:fillRect/>
          </a:stretch>
        </p:blipFill>
        <p:spPr>
          <a:xfrm>
            <a:off x="1188720" y="274320"/>
            <a:ext cx="9801008" cy="6395487"/>
          </a:xfrm>
          <a:prstGeom prst="rect">
            <a:avLst/>
          </a:prstGeom>
        </p:spPr>
      </p:pic>
    </p:spTree>
    <p:extLst>
      <p:ext uri="{BB962C8B-B14F-4D97-AF65-F5344CB8AC3E}">
        <p14:creationId xmlns:p14="http://schemas.microsoft.com/office/powerpoint/2010/main" val="270202057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31493-158E-3B4A-8205-ABEFC3F91B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B4DE323-F5AA-57BE-3F83-3FAEABD48EB7}"/>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ED4B1942-902D-B48A-4A6D-842E0C426260}"/>
              </a:ext>
            </a:extLst>
          </p:cNvPr>
          <p:cNvSpPr>
            <a:spLocks noGrp="1"/>
          </p:cNvSpPr>
          <p:nvPr>
            <p:ph type="sldNum" sz="quarter" idx="12"/>
          </p:nvPr>
        </p:nvSpPr>
        <p:spPr/>
        <p:txBody>
          <a:bodyPr/>
          <a:lstStyle/>
          <a:p>
            <a:fld id="{E22B4E40-D89E-452D-A99C-D43FB2FD93F5}" type="slidenum">
              <a:rPr lang="en-US" smtClean="0"/>
              <a:t>54</a:t>
            </a:fld>
            <a:endParaRPr lang="en-US"/>
          </a:p>
        </p:txBody>
      </p:sp>
      <p:pic>
        <p:nvPicPr>
          <p:cNvPr id="6" name="Picture 5">
            <a:extLst>
              <a:ext uri="{FF2B5EF4-FFF2-40B4-BE49-F238E27FC236}">
                <a16:creationId xmlns:a16="http://schemas.microsoft.com/office/drawing/2014/main" id="{F65B52FD-EFA1-E2FC-7B64-529F11387F16}"/>
              </a:ext>
            </a:extLst>
          </p:cNvPr>
          <p:cNvPicPr>
            <a:picLocks noChangeAspect="1"/>
          </p:cNvPicPr>
          <p:nvPr/>
        </p:nvPicPr>
        <p:blipFill>
          <a:blip r:embed="rId2"/>
          <a:stretch>
            <a:fillRect/>
          </a:stretch>
        </p:blipFill>
        <p:spPr>
          <a:xfrm>
            <a:off x="1463040" y="365125"/>
            <a:ext cx="9360609" cy="6178222"/>
          </a:xfrm>
          <a:prstGeom prst="rect">
            <a:avLst/>
          </a:prstGeom>
        </p:spPr>
      </p:pic>
    </p:spTree>
    <p:extLst>
      <p:ext uri="{BB962C8B-B14F-4D97-AF65-F5344CB8AC3E}">
        <p14:creationId xmlns:p14="http://schemas.microsoft.com/office/powerpoint/2010/main" val="4480523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3642FB0-D6CB-40E4-C1F6-4753E47444A7}"/>
              </a:ext>
            </a:extLst>
          </p:cNvPr>
          <p:cNvSpPr>
            <a:spLocks noGrp="1"/>
          </p:cNvSpPr>
          <p:nvPr>
            <p:ph type="title"/>
          </p:nvPr>
        </p:nvSpPr>
        <p:spPr/>
        <p:txBody>
          <a:bodyPr/>
          <a:lstStyle/>
          <a:p>
            <a:r>
              <a:rPr lang="en-US" dirty="0"/>
              <a:t>Northwind</a:t>
            </a:r>
          </a:p>
        </p:txBody>
      </p:sp>
      <p:sp>
        <p:nvSpPr>
          <p:cNvPr id="6" name="Text Placeholder 5">
            <a:extLst>
              <a:ext uri="{FF2B5EF4-FFF2-40B4-BE49-F238E27FC236}">
                <a16:creationId xmlns:a16="http://schemas.microsoft.com/office/drawing/2014/main" id="{376C63BB-0C61-2048-E4AA-43AC0B5F66A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73BBCA-2256-8EE5-E025-A019A69DB32E}"/>
              </a:ext>
            </a:extLst>
          </p:cNvPr>
          <p:cNvSpPr>
            <a:spLocks noGrp="1"/>
          </p:cNvSpPr>
          <p:nvPr>
            <p:ph type="sldNum" sz="quarter" idx="12"/>
          </p:nvPr>
        </p:nvSpPr>
        <p:spPr/>
        <p:txBody>
          <a:bodyPr/>
          <a:lstStyle/>
          <a:p>
            <a:fld id="{E22B4E40-D89E-452D-A99C-D43FB2FD93F5}" type="slidenum">
              <a:rPr lang="en-US" smtClean="0"/>
              <a:t>55</a:t>
            </a:fld>
            <a:endParaRPr lang="en-US"/>
          </a:p>
        </p:txBody>
      </p:sp>
    </p:spTree>
    <p:extLst>
      <p:ext uri="{BB962C8B-B14F-4D97-AF65-F5344CB8AC3E}">
        <p14:creationId xmlns:p14="http://schemas.microsoft.com/office/powerpoint/2010/main" val="2832718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BF4A483-43FA-7327-54FB-BD765DC0AD07}"/>
              </a:ext>
            </a:extLst>
          </p:cNvPr>
          <p:cNvSpPr>
            <a:spLocks noGrp="1"/>
          </p:cNvSpPr>
          <p:nvPr>
            <p:ph type="title"/>
          </p:nvPr>
        </p:nvSpPr>
        <p:spPr/>
        <p:txBody>
          <a:bodyPr/>
          <a:lstStyle/>
          <a:p>
            <a:r>
              <a:rPr lang="en-US" dirty="0"/>
              <a:t>Northwind</a:t>
            </a:r>
          </a:p>
        </p:txBody>
      </p:sp>
      <p:sp>
        <p:nvSpPr>
          <p:cNvPr id="6" name="Content Placeholder 5">
            <a:extLst>
              <a:ext uri="{FF2B5EF4-FFF2-40B4-BE49-F238E27FC236}">
                <a16:creationId xmlns:a16="http://schemas.microsoft.com/office/drawing/2014/main" id="{FEE4543C-C4C0-5F8C-727B-77FF41848977}"/>
              </a:ext>
            </a:extLst>
          </p:cNvPr>
          <p:cNvSpPr>
            <a:spLocks noGrp="1"/>
          </p:cNvSpPr>
          <p:nvPr>
            <p:ph idx="1"/>
          </p:nvPr>
        </p:nvSpPr>
        <p:spPr/>
        <p:txBody>
          <a:bodyPr/>
          <a:lstStyle/>
          <a:p>
            <a:r>
              <a:rPr lang="en-US" dirty="0" err="1"/>
              <a:t>PostGreSQL</a:t>
            </a:r>
            <a:endParaRPr lang="en-US" dirty="0"/>
          </a:p>
          <a:p>
            <a:r>
              <a:rPr lang="en-US" dirty="0"/>
              <a:t>H2</a:t>
            </a:r>
          </a:p>
          <a:p>
            <a:r>
              <a:rPr lang="en-US" dirty="0"/>
              <a:t> …</a:t>
            </a:r>
          </a:p>
        </p:txBody>
      </p:sp>
      <p:sp>
        <p:nvSpPr>
          <p:cNvPr id="4" name="Slide Number Placeholder 3">
            <a:extLst>
              <a:ext uri="{FF2B5EF4-FFF2-40B4-BE49-F238E27FC236}">
                <a16:creationId xmlns:a16="http://schemas.microsoft.com/office/drawing/2014/main" id="{07E6CCE2-9477-F452-1B38-FE4C56CC3262}"/>
              </a:ext>
            </a:extLst>
          </p:cNvPr>
          <p:cNvSpPr>
            <a:spLocks noGrp="1"/>
          </p:cNvSpPr>
          <p:nvPr>
            <p:ph type="sldNum" sz="quarter" idx="12"/>
          </p:nvPr>
        </p:nvSpPr>
        <p:spPr/>
        <p:txBody>
          <a:bodyPr/>
          <a:lstStyle/>
          <a:p>
            <a:fld id="{E22B4E40-D89E-452D-A99C-D43FB2FD93F5}" type="slidenum">
              <a:rPr lang="en-US" smtClean="0"/>
              <a:t>56</a:t>
            </a:fld>
            <a:endParaRPr lang="en-US"/>
          </a:p>
        </p:txBody>
      </p:sp>
    </p:spTree>
    <p:extLst>
      <p:ext uri="{BB962C8B-B14F-4D97-AF65-F5344CB8AC3E}">
        <p14:creationId xmlns:p14="http://schemas.microsoft.com/office/powerpoint/2010/main" val="21583794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EDA7B63-2732-822C-1C69-C28E9F435648}"/>
              </a:ext>
            </a:extLst>
          </p:cNvPr>
          <p:cNvSpPr>
            <a:spLocks noGrp="1"/>
          </p:cNvSpPr>
          <p:nvPr>
            <p:ph type="title"/>
          </p:nvPr>
        </p:nvSpPr>
        <p:spPr/>
        <p:txBody>
          <a:bodyPr/>
          <a:lstStyle/>
          <a:p>
            <a:r>
              <a:rPr lang="en-US" dirty="0"/>
              <a:t>Northwind</a:t>
            </a:r>
            <a:br>
              <a:rPr lang="en-US" dirty="0"/>
            </a:br>
            <a:r>
              <a:rPr lang="en-US" dirty="0"/>
              <a:t>Measures / Fact</a:t>
            </a:r>
          </a:p>
        </p:txBody>
      </p:sp>
      <p:sp>
        <p:nvSpPr>
          <p:cNvPr id="6" name="Content Placeholder 5">
            <a:extLst>
              <a:ext uri="{FF2B5EF4-FFF2-40B4-BE49-F238E27FC236}">
                <a16:creationId xmlns:a16="http://schemas.microsoft.com/office/drawing/2014/main" id="{0E29FE50-E8B2-3FD3-5E08-275BAC90F6B1}"/>
              </a:ext>
            </a:extLst>
          </p:cNvPr>
          <p:cNvSpPr>
            <a:spLocks noGrp="1"/>
          </p:cNvSpPr>
          <p:nvPr>
            <p:ph idx="1"/>
          </p:nvPr>
        </p:nvSpPr>
        <p:spPr/>
        <p:txBody>
          <a:bodyPr>
            <a:normAutofit/>
          </a:bodyPr>
          <a:lstStyle/>
          <a:p>
            <a:r>
              <a:rPr lang="en-US" dirty="0"/>
              <a:t>Sales Quantity: </a:t>
            </a:r>
            <a:r>
              <a:rPr lang="en-US" dirty="0" err="1"/>
              <a:t>order_details.quantity</a:t>
            </a:r>
            <a:endParaRPr lang="en-US" dirty="0"/>
          </a:p>
          <a:p>
            <a:r>
              <a:rPr lang="en-US" dirty="0"/>
              <a:t>Sales Amount: </a:t>
            </a:r>
            <a:r>
              <a:rPr lang="en-US" dirty="0" err="1"/>
              <a:t>order_details.quantity</a:t>
            </a:r>
            <a:r>
              <a:rPr lang="en-US" dirty="0"/>
              <a:t> * </a:t>
            </a:r>
            <a:r>
              <a:rPr lang="en-US" dirty="0" err="1"/>
              <a:t>order_details.unit_price</a:t>
            </a:r>
            <a:endParaRPr lang="en-US" dirty="0"/>
          </a:p>
          <a:p>
            <a:endParaRPr lang="en-US" dirty="0"/>
          </a:p>
          <a:p>
            <a:r>
              <a:rPr lang="en-US" dirty="0"/>
              <a:t>discount: </a:t>
            </a:r>
            <a:r>
              <a:rPr lang="en-US" dirty="0" err="1"/>
              <a:t>order_details.discount</a:t>
            </a:r>
            <a:r>
              <a:rPr lang="en-US" dirty="0"/>
              <a:t> * Sales Amount (</a:t>
            </a:r>
            <a:r>
              <a:rPr lang="en-US" dirty="0" err="1"/>
              <a:t>order_details.quantity</a:t>
            </a:r>
            <a:r>
              <a:rPr lang="en-US" dirty="0"/>
              <a:t> * </a:t>
            </a:r>
            <a:r>
              <a:rPr lang="en-US" dirty="0" err="1"/>
              <a:t>order_details.unit_price</a:t>
            </a:r>
            <a:r>
              <a:rPr lang="en-US" dirty="0"/>
              <a:t>)</a:t>
            </a:r>
          </a:p>
        </p:txBody>
      </p:sp>
      <p:sp>
        <p:nvSpPr>
          <p:cNvPr id="4" name="Slide Number Placeholder 3">
            <a:extLst>
              <a:ext uri="{FF2B5EF4-FFF2-40B4-BE49-F238E27FC236}">
                <a16:creationId xmlns:a16="http://schemas.microsoft.com/office/drawing/2014/main" id="{DD2B1B3D-6370-B1CD-987A-3F446E9E0AAE}"/>
              </a:ext>
            </a:extLst>
          </p:cNvPr>
          <p:cNvSpPr>
            <a:spLocks noGrp="1"/>
          </p:cNvSpPr>
          <p:nvPr>
            <p:ph type="sldNum" sz="quarter" idx="12"/>
          </p:nvPr>
        </p:nvSpPr>
        <p:spPr/>
        <p:txBody>
          <a:bodyPr/>
          <a:lstStyle/>
          <a:p>
            <a:fld id="{E22B4E40-D89E-452D-A99C-D43FB2FD93F5}" type="slidenum">
              <a:rPr lang="en-US" smtClean="0"/>
              <a:t>57</a:t>
            </a:fld>
            <a:endParaRPr lang="en-US"/>
          </a:p>
        </p:txBody>
      </p:sp>
    </p:spTree>
    <p:extLst>
      <p:ext uri="{BB962C8B-B14F-4D97-AF65-F5344CB8AC3E}">
        <p14:creationId xmlns:p14="http://schemas.microsoft.com/office/powerpoint/2010/main" val="40644498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6246E-7DFC-6D59-6B56-BC012ED6DB3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F166AB4-84F9-552A-A8F5-4CFD49CA36DD}"/>
              </a:ext>
            </a:extLst>
          </p:cNvPr>
          <p:cNvSpPr>
            <a:spLocks noGrp="1"/>
          </p:cNvSpPr>
          <p:nvPr>
            <p:ph type="title"/>
          </p:nvPr>
        </p:nvSpPr>
        <p:spPr/>
        <p:txBody>
          <a:bodyPr/>
          <a:lstStyle/>
          <a:p>
            <a:r>
              <a:rPr lang="en-US" dirty="0"/>
              <a:t>Northwind</a:t>
            </a:r>
            <a:br>
              <a:rPr lang="en-US" dirty="0"/>
            </a:br>
            <a:r>
              <a:rPr lang="en-US" dirty="0"/>
              <a:t>Dimension / Context</a:t>
            </a:r>
          </a:p>
        </p:txBody>
      </p:sp>
      <p:sp>
        <p:nvSpPr>
          <p:cNvPr id="6" name="Content Placeholder 5">
            <a:extLst>
              <a:ext uri="{FF2B5EF4-FFF2-40B4-BE49-F238E27FC236}">
                <a16:creationId xmlns:a16="http://schemas.microsoft.com/office/drawing/2014/main" id="{FBA1F062-4597-D0FB-D2AE-D05F5D60A9D8}"/>
              </a:ext>
            </a:extLst>
          </p:cNvPr>
          <p:cNvSpPr>
            <a:spLocks noGrp="1"/>
          </p:cNvSpPr>
          <p:nvPr>
            <p:ph idx="1"/>
          </p:nvPr>
        </p:nvSpPr>
        <p:spPr/>
        <p:txBody>
          <a:bodyPr>
            <a:normAutofit/>
          </a:bodyPr>
          <a:lstStyle/>
          <a:p>
            <a:r>
              <a:rPr lang="en-US" dirty="0" err="1"/>
              <a:t>suppliers.company_name</a:t>
            </a:r>
            <a:endParaRPr lang="en-US" dirty="0"/>
          </a:p>
          <a:p>
            <a:endParaRPr lang="en-US" sz="1600" dirty="0"/>
          </a:p>
          <a:p>
            <a:r>
              <a:rPr lang="en-US" dirty="0" err="1"/>
              <a:t>categories.category_name</a:t>
            </a:r>
            <a:endParaRPr lang="en-US" dirty="0"/>
          </a:p>
          <a:p>
            <a:pPr lvl="1"/>
            <a:r>
              <a:rPr lang="en-US" sz="2800" dirty="0" err="1"/>
              <a:t>products.product_name</a:t>
            </a:r>
            <a:r>
              <a:rPr lang="en-US" sz="2800" dirty="0"/>
              <a:t> </a:t>
            </a:r>
          </a:p>
          <a:p>
            <a:endParaRPr lang="en-US" sz="1600" dirty="0"/>
          </a:p>
          <a:p>
            <a:r>
              <a:rPr lang="en-US" dirty="0" err="1"/>
              <a:t>employees.first_name</a:t>
            </a:r>
            <a:r>
              <a:rPr lang="en-US" dirty="0"/>
              <a:t> + </a:t>
            </a:r>
            <a:r>
              <a:rPr lang="en-US" dirty="0" err="1"/>
              <a:t>employees.last_name</a:t>
            </a:r>
            <a:endParaRPr lang="en-US" dirty="0"/>
          </a:p>
          <a:p>
            <a:endParaRPr lang="en-US" sz="1600" dirty="0"/>
          </a:p>
          <a:p>
            <a:r>
              <a:rPr lang="en-US" dirty="0" err="1"/>
              <a:t>customers.company_name</a:t>
            </a:r>
            <a:endParaRPr lang="en-US" dirty="0"/>
          </a:p>
        </p:txBody>
      </p:sp>
      <p:sp>
        <p:nvSpPr>
          <p:cNvPr id="4" name="Slide Number Placeholder 3">
            <a:extLst>
              <a:ext uri="{FF2B5EF4-FFF2-40B4-BE49-F238E27FC236}">
                <a16:creationId xmlns:a16="http://schemas.microsoft.com/office/drawing/2014/main" id="{873B19C0-ECF6-D549-0798-A4564A955DA3}"/>
              </a:ext>
            </a:extLst>
          </p:cNvPr>
          <p:cNvSpPr>
            <a:spLocks noGrp="1"/>
          </p:cNvSpPr>
          <p:nvPr>
            <p:ph type="sldNum" sz="quarter" idx="12"/>
          </p:nvPr>
        </p:nvSpPr>
        <p:spPr/>
        <p:txBody>
          <a:bodyPr/>
          <a:lstStyle/>
          <a:p>
            <a:fld id="{E22B4E40-D89E-452D-A99C-D43FB2FD93F5}" type="slidenum">
              <a:rPr lang="en-US" smtClean="0"/>
              <a:t>58</a:t>
            </a:fld>
            <a:endParaRPr lang="en-US"/>
          </a:p>
        </p:txBody>
      </p:sp>
    </p:spTree>
    <p:extLst>
      <p:ext uri="{BB962C8B-B14F-4D97-AF65-F5344CB8AC3E}">
        <p14:creationId xmlns:p14="http://schemas.microsoft.com/office/powerpoint/2010/main" val="1797430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CBA59-B64E-2C08-1233-57C56D09772A}"/>
              </a:ext>
            </a:extLst>
          </p:cNvPr>
          <p:cNvSpPr>
            <a:spLocks noGrp="1"/>
          </p:cNvSpPr>
          <p:nvPr>
            <p:ph type="title"/>
          </p:nvPr>
        </p:nvSpPr>
        <p:spPr/>
        <p:txBody>
          <a:bodyPr/>
          <a:lstStyle/>
          <a:p>
            <a:r>
              <a:rPr lang="en-US" dirty="0"/>
              <a:t>Northwind</a:t>
            </a:r>
            <a:br>
              <a:rPr lang="en-US" dirty="0"/>
            </a:br>
            <a:r>
              <a:rPr lang="en-US" dirty="0"/>
              <a:t>Dimension / Context</a:t>
            </a:r>
          </a:p>
        </p:txBody>
      </p:sp>
      <p:sp>
        <p:nvSpPr>
          <p:cNvPr id="3" name="Content Placeholder 2">
            <a:extLst>
              <a:ext uri="{FF2B5EF4-FFF2-40B4-BE49-F238E27FC236}">
                <a16:creationId xmlns:a16="http://schemas.microsoft.com/office/drawing/2014/main" id="{94D8DF20-6AB2-BD79-B84B-27AD4FB20A92}"/>
              </a:ext>
            </a:extLst>
          </p:cNvPr>
          <p:cNvSpPr>
            <a:spLocks noGrp="1"/>
          </p:cNvSpPr>
          <p:nvPr>
            <p:ph idx="1"/>
          </p:nvPr>
        </p:nvSpPr>
        <p:spPr/>
        <p:txBody>
          <a:bodyPr/>
          <a:lstStyle/>
          <a:p>
            <a:r>
              <a:rPr lang="en-US" dirty="0"/>
              <a:t>Geography</a:t>
            </a:r>
          </a:p>
          <a:p>
            <a:r>
              <a:rPr lang="en-US" dirty="0"/>
              <a:t>Country, City, Region, Territory, …</a:t>
            </a:r>
          </a:p>
        </p:txBody>
      </p:sp>
      <p:sp>
        <p:nvSpPr>
          <p:cNvPr id="4" name="Slide Number Placeholder 3">
            <a:extLst>
              <a:ext uri="{FF2B5EF4-FFF2-40B4-BE49-F238E27FC236}">
                <a16:creationId xmlns:a16="http://schemas.microsoft.com/office/drawing/2014/main" id="{3A7339F5-E182-A33E-BA82-362F83921747}"/>
              </a:ext>
            </a:extLst>
          </p:cNvPr>
          <p:cNvSpPr>
            <a:spLocks noGrp="1"/>
          </p:cNvSpPr>
          <p:nvPr>
            <p:ph type="sldNum" sz="quarter" idx="12"/>
          </p:nvPr>
        </p:nvSpPr>
        <p:spPr/>
        <p:txBody>
          <a:bodyPr/>
          <a:lstStyle/>
          <a:p>
            <a:fld id="{E22B4E40-D89E-452D-A99C-D43FB2FD93F5}" type="slidenum">
              <a:rPr lang="en-US" smtClean="0"/>
              <a:t>59</a:t>
            </a:fld>
            <a:endParaRPr lang="en-US"/>
          </a:p>
        </p:txBody>
      </p:sp>
    </p:spTree>
    <p:extLst>
      <p:ext uri="{BB962C8B-B14F-4D97-AF65-F5344CB8AC3E}">
        <p14:creationId xmlns:p14="http://schemas.microsoft.com/office/powerpoint/2010/main" val="15585623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10F37-57B6-63B6-E6F0-ECFBBD08D5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9B5BE-EFDC-A467-EA97-DED5E4EC4C5C}"/>
              </a:ext>
            </a:extLst>
          </p:cNvPr>
          <p:cNvSpPr>
            <a:spLocks noGrp="1"/>
          </p:cNvSpPr>
          <p:nvPr>
            <p:ph type="title"/>
          </p:nvPr>
        </p:nvSpPr>
        <p:spPr/>
        <p:txBody>
          <a:bodyPr/>
          <a:lstStyle/>
          <a:p>
            <a:r>
              <a:rPr lang="en-US" dirty="0"/>
              <a:t>Northwind</a:t>
            </a:r>
            <a:br>
              <a:rPr lang="en-US" dirty="0"/>
            </a:br>
            <a:r>
              <a:rPr lang="en-US" dirty="0"/>
              <a:t>Dimension / Context</a:t>
            </a:r>
          </a:p>
        </p:txBody>
      </p:sp>
      <p:sp>
        <p:nvSpPr>
          <p:cNvPr id="3" name="Content Placeholder 2">
            <a:extLst>
              <a:ext uri="{FF2B5EF4-FFF2-40B4-BE49-F238E27FC236}">
                <a16:creationId xmlns:a16="http://schemas.microsoft.com/office/drawing/2014/main" id="{CF1D6F77-291D-7A99-6E1B-EF3248523314}"/>
              </a:ext>
            </a:extLst>
          </p:cNvPr>
          <p:cNvSpPr>
            <a:spLocks noGrp="1"/>
          </p:cNvSpPr>
          <p:nvPr>
            <p:ph idx="1"/>
          </p:nvPr>
        </p:nvSpPr>
        <p:spPr/>
        <p:txBody>
          <a:bodyPr>
            <a:noAutofit/>
          </a:bodyPr>
          <a:lstStyle/>
          <a:p>
            <a:r>
              <a:rPr lang="en-US" dirty="0"/>
              <a:t>Time</a:t>
            </a:r>
          </a:p>
          <a:p>
            <a:r>
              <a:rPr lang="en-US" dirty="0" err="1"/>
              <a:t>orders.order_date</a:t>
            </a:r>
            <a:endParaRPr lang="en-US" dirty="0"/>
          </a:p>
          <a:p>
            <a:r>
              <a:rPr lang="en-US" dirty="0"/>
              <a:t>Day of Week – more sells on Monday or Friday?</a:t>
            </a:r>
          </a:p>
          <a:p>
            <a:r>
              <a:rPr lang="en-US" dirty="0"/>
              <a:t>Month</a:t>
            </a:r>
          </a:p>
          <a:p>
            <a:endParaRPr lang="en-US" dirty="0"/>
          </a:p>
        </p:txBody>
      </p:sp>
      <p:sp>
        <p:nvSpPr>
          <p:cNvPr id="4" name="Slide Number Placeholder 3">
            <a:extLst>
              <a:ext uri="{FF2B5EF4-FFF2-40B4-BE49-F238E27FC236}">
                <a16:creationId xmlns:a16="http://schemas.microsoft.com/office/drawing/2014/main" id="{E37282E8-7483-C26F-1E14-66AD32DB2DD7}"/>
              </a:ext>
            </a:extLst>
          </p:cNvPr>
          <p:cNvSpPr>
            <a:spLocks noGrp="1"/>
          </p:cNvSpPr>
          <p:nvPr>
            <p:ph type="sldNum" sz="quarter" idx="12"/>
          </p:nvPr>
        </p:nvSpPr>
        <p:spPr/>
        <p:txBody>
          <a:bodyPr/>
          <a:lstStyle/>
          <a:p>
            <a:fld id="{E22B4E40-D89E-452D-A99C-D43FB2FD93F5}" type="slidenum">
              <a:rPr lang="en-US" smtClean="0"/>
              <a:t>60</a:t>
            </a:fld>
            <a:endParaRPr lang="en-US"/>
          </a:p>
        </p:txBody>
      </p:sp>
    </p:spTree>
    <p:extLst>
      <p:ext uri="{BB962C8B-B14F-4D97-AF65-F5344CB8AC3E}">
        <p14:creationId xmlns:p14="http://schemas.microsoft.com/office/powerpoint/2010/main" val="20527155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ACF72-D9A9-2BAA-B292-A6C95DEB1FC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582E2F-9860-2983-AC85-6FF4645C7D81}"/>
              </a:ext>
            </a:extLst>
          </p:cNvPr>
          <p:cNvSpPr>
            <a:spLocks noGrp="1"/>
          </p:cNvSpPr>
          <p:nvPr>
            <p:ph idx="1"/>
          </p:nvPr>
        </p:nvSpPr>
        <p:spPr/>
        <p:txBody>
          <a:bodyPr>
            <a:noAutofit/>
          </a:bodyPr>
          <a:lstStyle/>
          <a:p>
            <a:r>
              <a:rPr lang="en-US" dirty="0"/>
              <a:t>best supplier</a:t>
            </a:r>
          </a:p>
          <a:p>
            <a:r>
              <a:rPr lang="en-US" dirty="0"/>
              <a:t>best customer</a:t>
            </a:r>
          </a:p>
          <a:p>
            <a:endParaRPr lang="en-US" sz="1600" dirty="0"/>
          </a:p>
          <a:p>
            <a:r>
              <a:rPr lang="en-US" dirty="0"/>
              <a:t>best employee</a:t>
            </a:r>
          </a:p>
          <a:p>
            <a:endParaRPr lang="en-US" sz="1600" dirty="0"/>
          </a:p>
          <a:p>
            <a:r>
              <a:rPr lang="en-US" dirty="0"/>
              <a:t>best product, best product category</a:t>
            </a:r>
          </a:p>
          <a:p>
            <a:pPr lvl="1"/>
            <a:r>
              <a:rPr lang="en-US" sz="2800" dirty="0"/>
              <a:t>on country</a:t>
            </a:r>
          </a:p>
          <a:p>
            <a:pPr lvl="1"/>
            <a:r>
              <a:rPr lang="en-US" sz="2800" dirty="0"/>
              <a:t>per period</a:t>
            </a:r>
          </a:p>
          <a:p>
            <a:endParaRPr lang="en-US" sz="1200" dirty="0"/>
          </a:p>
          <a:p>
            <a:r>
              <a:rPr lang="en-US" dirty="0"/>
              <a:t>best period</a:t>
            </a:r>
          </a:p>
          <a:p>
            <a:endParaRPr lang="en-US" dirty="0"/>
          </a:p>
        </p:txBody>
      </p:sp>
      <p:sp>
        <p:nvSpPr>
          <p:cNvPr id="4" name="Slide Number Placeholder 3">
            <a:extLst>
              <a:ext uri="{FF2B5EF4-FFF2-40B4-BE49-F238E27FC236}">
                <a16:creationId xmlns:a16="http://schemas.microsoft.com/office/drawing/2014/main" id="{CF5B6666-BD9B-13CE-86FA-359C56044468}"/>
              </a:ext>
            </a:extLst>
          </p:cNvPr>
          <p:cNvSpPr>
            <a:spLocks noGrp="1"/>
          </p:cNvSpPr>
          <p:nvPr>
            <p:ph type="sldNum" sz="quarter" idx="12"/>
          </p:nvPr>
        </p:nvSpPr>
        <p:spPr/>
        <p:txBody>
          <a:bodyPr/>
          <a:lstStyle/>
          <a:p>
            <a:fld id="{E22B4E40-D89E-452D-A99C-D43FB2FD93F5}" type="slidenum">
              <a:rPr lang="en-US" smtClean="0"/>
              <a:t>61</a:t>
            </a:fld>
            <a:endParaRPr lang="en-US"/>
          </a:p>
        </p:txBody>
      </p:sp>
    </p:spTree>
    <p:extLst>
      <p:ext uri="{BB962C8B-B14F-4D97-AF65-F5344CB8AC3E}">
        <p14:creationId xmlns:p14="http://schemas.microsoft.com/office/powerpoint/2010/main" val="235989498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6363A-820B-587E-13CB-1B174976D3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1AA3518-54D2-6FD5-E823-BAF2BE4F3010}"/>
              </a:ext>
            </a:extLst>
          </p:cNvPr>
          <p:cNvSpPr>
            <a:spLocks noGrp="1"/>
          </p:cNvSpPr>
          <p:nvPr>
            <p:ph idx="1"/>
          </p:nvPr>
        </p:nvSpPr>
        <p:spPr/>
        <p:txBody>
          <a:bodyPr>
            <a:normAutofit/>
          </a:bodyPr>
          <a:lstStyle/>
          <a:p>
            <a:r>
              <a:rPr lang="en-US" sz="3200" dirty="0"/>
              <a:t>report embedded in Java appl.</a:t>
            </a:r>
          </a:p>
        </p:txBody>
      </p:sp>
      <p:sp>
        <p:nvSpPr>
          <p:cNvPr id="4" name="Slide Number Placeholder 3">
            <a:extLst>
              <a:ext uri="{FF2B5EF4-FFF2-40B4-BE49-F238E27FC236}">
                <a16:creationId xmlns:a16="http://schemas.microsoft.com/office/drawing/2014/main" id="{6D8A9FA9-F8F1-63C6-36CC-9AF58EC5DC8D}"/>
              </a:ext>
            </a:extLst>
          </p:cNvPr>
          <p:cNvSpPr>
            <a:spLocks noGrp="1"/>
          </p:cNvSpPr>
          <p:nvPr>
            <p:ph type="sldNum" sz="quarter" idx="12"/>
          </p:nvPr>
        </p:nvSpPr>
        <p:spPr/>
        <p:txBody>
          <a:bodyPr/>
          <a:lstStyle/>
          <a:p>
            <a:fld id="{E22B4E40-D89E-452D-A99C-D43FB2FD93F5}" type="slidenum">
              <a:rPr lang="en-US" smtClean="0"/>
              <a:t>62</a:t>
            </a:fld>
            <a:endParaRPr lang="en-US"/>
          </a:p>
        </p:txBody>
      </p:sp>
    </p:spTree>
    <p:extLst>
      <p:ext uri="{BB962C8B-B14F-4D97-AF65-F5344CB8AC3E}">
        <p14:creationId xmlns:p14="http://schemas.microsoft.com/office/powerpoint/2010/main" val="3250062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2D1F13D339BA04089B6530E3063BBB0" ma:contentTypeVersion="3" ma:contentTypeDescription="Create a new document." ma:contentTypeScope="" ma:versionID="53edffdedc90a5cc23417a2d239f45a4">
  <xsd:schema xmlns:xsd="http://www.w3.org/2001/XMLSchema" xmlns:xs="http://www.w3.org/2001/XMLSchema" xmlns:p="http://schemas.microsoft.com/office/2006/metadata/properties" xmlns:ns2="a1338ef3-f957-4fbb-b33a-3b606fe126b3" targetNamespace="http://schemas.microsoft.com/office/2006/metadata/properties" ma:root="true" ma:fieldsID="9f407ff9521a5dcbcc967750435157a3" ns2:_="">
    <xsd:import namespace="a1338ef3-f957-4fbb-b33a-3b606fe126b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338ef3-f957-4fbb-b33a-3b606fe126b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AE22247-64C1-4482-9D32-0F4BFD50A4CB}"/>
</file>

<file path=customXml/itemProps2.xml><?xml version="1.0" encoding="utf-8"?>
<ds:datastoreItem xmlns:ds="http://schemas.openxmlformats.org/officeDocument/2006/customXml" ds:itemID="{BBA8ED0F-4E19-485F-ADA5-9F445098AC50}"/>
</file>

<file path=customXml/itemProps3.xml><?xml version="1.0" encoding="utf-8"?>
<ds:datastoreItem xmlns:ds="http://schemas.openxmlformats.org/officeDocument/2006/customXml" ds:itemID="{2B4B000B-BCE2-4C19-BA47-CDD9EE566720}"/>
</file>

<file path=docProps/app.xml><?xml version="1.0" encoding="utf-8"?>
<Properties xmlns="http://schemas.openxmlformats.org/officeDocument/2006/extended-properties" xmlns:vt="http://schemas.openxmlformats.org/officeDocument/2006/docPropsVTypes">
  <TotalTime>245</TotalTime>
  <Words>1376</Words>
  <Application>Microsoft Office PowerPoint</Application>
  <PresentationFormat>Widescreen</PresentationFormat>
  <Paragraphs>215</Paragraphs>
  <Slides>62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62</vt:i4>
      </vt:variant>
    </vt:vector>
  </HeadingPairs>
  <TitlesOfParts>
    <vt:vector size="67" baseType="lpstr">
      <vt:lpstr>Aptos</vt:lpstr>
      <vt:lpstr>Aptos Display</vt:lpstr>
      <vt:lpstr>Arial</vt:lpstr>
      <vt:lpstr>Courier New</vt:lpstr>
      <vt:lpstr>Office Theme</vt:lpstr>
      <vt:lpstr>JasperReports</vt:lpstr>
      <vt:lpstr>PowerPoint Presentation</vt:lpstr>
      <vt:lpstr>PowerPoint Presentation</vt:lpstr>
      <vt:lpstr>PowerPoint Presentation</vt:lpstr>
      <vt:lpstr>Jaspersoft Studio</vt:lpstr>
      <vt:lpstr>Jaspersoft Studio</vt:lpstr>
      <vt:lpstr>PowerPoint Presentation</vt:lpstr>
      <vt:lpstr>PowerPoint Presentation</vt:lpstr>
      <vt:lpstr>PowerPoint Presentation</vt:lpstr>
      <vt:lpstr>Business Intelligence reporting</vt:lpstr>
      <vt:lpstr>PowerPoint Presentation</vt:lpstr>
      <vt:lpstr>Key Performance Indicator (KPI)</vt:lpstr>
      <vt:lpstr>Dimensional modeling</vt:lpstr>
      <vt:lpstr>Dimensional modeling</vt:lpstr>
      <vt:lpstr>PowerPoint Presentation</vt:lpstr>
      <vt:lpstr>PowerPoint Presentation</vt:lpstr>
      <vt:lpstr>Jaspersoft Studio</vt:lpstr>
      <vt:lpstr>download js-studiocomm_7.0.3_windows_x86_64.zip</vt:lpstr>
      <vt:lpstr>PowerPoint Presentation</vt:lpstr>
      <vt:lpstr>Simple Report</vt:lpstr>
      <vt:lpstr>Creating a New Report</vt:lpstr>
      <vt:lpstr>New Report Wizard</vt:lpstr>
      <vt:lpstr>PowerPoint Presentation</vt:lpstr>
      <vt:lpstr>PowerPoint Presentation</vt:lpstr>
      <vt:lpstr>Data Source dialog</vt:lpstr>
      <vt:lpstr>PowerPoint Presentation</vt:lpstr>
      <vt:lpstr>choose Sample DB- Database JDBC Connection enter the query  select * from orders</vt:lpstr>
      <vt:lpstr>PowerPoint Presentation</vt:lpstr>
      <vt:lpstr>PowerPoint Presentation</vt:lpstr>
      <vt:lpstr>Report in the Design Tab</vt:lpstr>
      <vt:lpstr>C:\Users\Operator\ JaspersoftWorkspace\MyReports</vt:lpstr>
      <vt:lpstr>Previewing a Report</vt:lpstr>
      <vt:lpstr>PowerPoint Presentation</vt:lpstr>
      <vt:lpstr>PowerPoint Presentation</vt:lpstr>
      <vt:lpstr>PowerPoint Presentation</vt:lpstr>
      <vt:lpstr>PowerPoint Presentation</vt:lpstr>
      <vt:lpstr>Create Project Folder</vt:lpstr>
      <vt:lpstr>DataBase</vt:lpstr>
      <vt:lpstr>Work with Database</vt:lpstr>
      <vt:lpstr>from the list, select Database JDBC connection to open Data Adapter dialog</vt:lpstr>
      <vt:lpstr>configuring a JDBC Connection</vt:lpstr>
      <vt:lpstr>PowerPoint Presentation</vt:lpstr>
      <vt:lpstr>PowerPoint Presentation</vt:lpstr>
      <vt:lpstr>PowerPoint Presentation</vt:lpstr>
      <vt:lpstr>PowerPoint Presentation</vt:lpstr>
      <vt:lpstr>PowerPoint Presentation</vt:lpstr>
      <vt:lpstr>New Data Source</vt:lpstr>
      <vt:lpstr>Database JDBC Connection</vt:lpstr>
      <vt:lpstr>PowerPoint Presentation</vt:lpstr>
      <vt:lpstr>PowerPoint Presentation</vt:lpstr>
      <vt:lpstr>PowerPoint Presentation</vt:lpstr>
      <vt:lpstr>PowerPoint Presentation</vt:lpstr>
      <vt:lpstr>PowerPoint Presentation</vt:lpstr>
      <vt:lpstr>PowerPoint Presentation</vt:lpstr>
      <vt:lpstr>Northwind</vt:lpstr>
      <vt:lpstr>Northwind</vt:lpstr>
      <vt:lpstr>Northwind Measures / Fact</vt:lpstr>
      <vt:lpstr>Northwind Dimension / Context</vt:lpstr>
      <vt:lpstr>Northwind Dimension / Context</vt:lpstr>
      <vt:lpstr>Northwind Dimension / Context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Calin Cenan</dc:creator>
  <cp:lastModifiedBy>Calin Cenan</cp:lastModifiedBy>
  <cp:revision>16</cp:revision>
  <dcterms:created xsi:type="dcterms:W3CDTF">2025-11-13T05:12:01Z</dcterms:created>
  <dcterms:modified xsi:type="dcterms:W3CDTF">2025-11-13T17:13:12Z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b58b62f-6f94-46bd-8089-18e64b0a9abb_Enabled">
    <vt:lpwstr>true</vt:lpwstr>
  </property>
  <property fmtid="{D5CDD505-2E9C-101B-9397-08002B2CF9AE}" pid="3" name="MSIP_Label_5b58b62f-6f94-46bd-8089-18e64b0a9abb_SetDate">
    <vt:lpwstr>2025-11-13T05:12:21Z</vt:lpwstr>
  </property>
  <property fmtid="{D5CDD505-2E9C-101B-9397-08002B2CF9AE}" pid="4" name="MSIP_Label_5b58b62f-6f94-46bd-8089-18e64b0a9abb_Method">
    <vt:lpwstr>Standard</vt:lpwstr>
  </property>
  <property fmtid="{D5CDD505-2E9C-101B-9397-08002B2CF9AE}" pid="5" name="MSIP_Label_5b58b62f-6f94-46bd-8089-18e64b0a9abb_Name">
    <vt:lpwstr>defa4170-0d19-0005-0004-bc88714345d2</vt:lpwstr>
  </property>
  <property fmtid="{D5CDD505-2E9C-101B-9397-08002B2CF9AE}" pid="6" name="MSIP_Label_5b58b62f-6f94-46bd-8089-18e64b0a9abb_SiteId">
    <vt:lpwstr>a6eb79fa-c4a9-4cce-818d-b85274d15305</vt:lpwstr>
  </property>
  <property fmtid="{D5CDD505-2E9C-101B-9397-08002B2CF9AE}" pid="7" name="MSIP_Label_5b58b62f-6f94-46bd-8089-18e64b0a9abb_ActionId">
    <vt:lpwstr>091e742a-06cf-4c49-902f-9c1d12c91dad</vt:lpwstr>
  </property>
  <property fmtid="{D5CDD505-2E9C-101B-9397-08002B2CF9AE}" pid="8" name="MSIP_Label_5b58b62f-6f94-46bd-8089-18e64b0a9abb_ContentBits">
    <vt:lpwstr>0</vt:lpwstr>
  </property>
  <property fmtid="{D5CDD505-2E9C-101B-9397-08002B2CF9AE}" pid="9" name="MSIP_Label_5b58b62f-6f94-46bd-8089-18e64b0a9abb_Tag">
    <vt:lpwstr>10, 3, 0, 1</vt:lpwstr>
  </property>
  <property fmtid="{D5CDD505-2E9C-101B-9397-08002B2CF9AE}" pid="10" name="ContentTypeId">
    <vt:lpwstr>0x01010042D1F13D339BA04089B6530E3063BBB0</vt:lpwstr>
  </property>
</Properties>
</file>