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335" r:id="rId6"/>
    <p:sldId id="336" r:id="rId7"/>
    <p:sldId id="337" r:id="rId8"/>
    <p:sldId id="338" r:id="rId9"/>
    <p:sldId id="33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B464E-050A-4181-8AE4-E67E0A71EDB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603562-5C36-47CF-9D79-6FB56F0C0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0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849FD-77E4-4E9B-8893-E013CD162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2707DB-F031-4548-8935-B45E0C651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C0F02-9BC7-44AC-9D1A-41173DC15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2AD8-607C-4561-9328-9D354C5B5B4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CF9A4-DAF3-4104-AEA2-A66ECA897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with PostgreSQL 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642CE-D3C4-4932-8653-6664D07FC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C15E-1453-4D65-918E-7489EA0EF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35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EC4A-1947-4356-9E24-F0CAB7F5C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E776C-B61D-49F4-A1E0-318EBD423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ADD63-E58C-4794-841E-355FC5CC6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C8579-316D-4DA1-9CF1-667568BEE18B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A469E-0CF4-44C7-8073-2CAB961C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with PostgreSQL 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B843D-5D96-4F7C-967C-DFC28263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C15E-1453-4D65-918E-7489EA0EF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4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F3A51-BA7A-4DC0-915C-938D9CDA3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4DF73-5503-4BF3-99BE-CC12A62CA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7B43C-7F0F-44BA-82D6-CB05D2FDC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B0E41-4BBC-4AC9-A664-C663724DCC9F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C8233-9978-4BFE-B1C2-4D64239AE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with PostgreSQL 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B56FC-A0A0-4AE8-A894-0CFB62EA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C15E-1453-4D65-918E-7489EA0EF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6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5DA5C-B1CB-4AE3-836C-D537CCA4B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1FAEF-F899-4826-A733-9FA6142282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6C715-F0ED-416A-8148-E81361C2A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0AF00-A0D4-4DA1-8989-5D190D364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4A4DE-3D98-4FFD-B4D5-0902F47F81FB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AF3F7-AF9E-4FB0-AFB9-5B7502FAC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with PostgreSQL 02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3F4ED-2583-49BB-8BED-EE33F611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C15E-1453-4D65-918E-7489EA0EF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67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4EAED-B1A1-465B-AE6C-46DF1C2E3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DBBF8-5B38-4C09-8672-390A7E797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AC8A9-2955-4BA7-9A84-513443F7A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B79D75-A10A-474F-AD49-529BCD6B1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30D27C-60B2-4B35-B67E-42B0DCA14A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3A2A82-3A5C-403E-951B-558BFD7C9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C8F16-A592-46B8-B517-123BB71EF58F}" type="datetime1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DBE189-A2EE-4F54-A649-4FCF34E04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with PostgreSQL 02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7F3EC-E10D-4334-BBD6-657625AE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C15E-1453-4D65-918E-7489EA0EF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8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523E1-28A2-443B-A2C3-7CA6A3859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7F1B1-C678-4E19-B8D8-13CD1D148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07946-A0C0-4487-85D0-902D9CFC5961}" type="datetime1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3E5E7-1EC0-4A2A-A414-511E6D086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with PostgreSQL 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7034A-5B57-42EF-AB91-695CE19A6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C15E-1453-4D65-918E-7489EA0EF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5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BF5BB-DC84-4FC9-AE26-E539E1318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C0AA-FB4F-4843-8E3F-7674B1FCE5E4}" type="datetime1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B1E505-7DA2-470E-8E3C-2E5E5FC0F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with PostgreSQL 02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84F3A-8B63-4B56-9CCC-FA5066E88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C15E-1453-4D65-918E-7489EA0EF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39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47734-87C7-40E5-9E63-6711F12EE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90AA5-0F16-43DA-9DE8-F80D278FF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5F861-76F3-4AAF-8588-B5F895481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5A73C-3029-4BAE-B4CD-3F142ECEC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504CB-A029-4ED0-8F97-F7DB080AB612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BD77E-A1FE-4C00-A8CD-201EB5ED9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with PostgreSQL 02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16173-39A7-4472-BA5F-4BA02C20F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C15E-1453-4D65-918E-7489EA0EF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39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00085-A731-48B1-BC80-8F6A3897D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F37680-BFFA-4F95-809D-703F28529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A91AA-B857-4503-9E50-052EC023A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7FC8B-270B-4DED-85B0-A19E40DD1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C4E5D-D06D-4B92-A111-C86432152B02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1644D-B272-467A-B111-503DD18EE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with PostgreSQL 02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8966D-23D0-4C6D-8066-F9979FD6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C15E-1453-4D65-918E-7489EA0EF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58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AAF0F-18D6-46A0-BF37-23CB450DF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3F3CFC-ED23-4608-8F3E-8DF579BF8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74BF5-81C0-4AC5-9100-A73A277E7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3CB9-F6FF-4661-8345-D6BCB6BBFF54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3EBD4-BEA9-481D-95EC-8FEB5C2DD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with PostgreSQL 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7EDE-12D0-4889-A270-E9AB42F42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C15E-1453-4D65-918E-7489EA0EF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9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B015C4-54C2-4494-B87E-AD7C8DC58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BAC3A1-0E36-4E07-846E-F3431F811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95D0F-543B-4E2F-A2B7-D2023A342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A1F4-D6A3-4D00-997C-6D660FD70694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60EF9-A966-4CC2-8DC3-D3D15B2C7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with PostgreSQL 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44B3-F45E-4429-B46C-72EC0046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C15E-1453-4D65-918E-7489EA0EF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72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0FB411-DFD1-43F2-90C3-C4F163C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550AA-DA45-4F64-BF62-FFC4ACD88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CAEAF-D36A-47F4-A250-0BD2168528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FAC5F-448D-4E7A-BC32-F2AEF056086C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E5F92-ECB9-4D91-997B-E89642D9DF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DataBase with PostgreSQL 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CE1E6-2494-4652-B8AF-F4DCA8105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5C15E-1453-4D65-918E-7489EA0EF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9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qlzoo.net/wiki/SQL_Tutoria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4D31E-5170-435D-A9A3-B24FFA08A4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DataBase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Structured Query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00DCE4-ABCF-4F25-9BEC-E929FBC0FA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39E0D3-E08A-456A-9209-7CB4B81D8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with PostgreSQL 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0E8191-7F02-4630-A5E2-32B8D3F4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C15E-1453-4D65-918E-7489EA0EFE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28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4EA64-CF72-4FF7-1BCF-DA17935D5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hlinkClick r:id="rId2"/>
              </a:rPr>
              <a:t>SQLZoo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hlinkClick r:id="rId2"/>
              </a:rPr>
              <a:t>https://sqlzoo.net/wiki/SQL_Tutorial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36690-1194-9B66-E987-8FEBAB4BD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</a:t>
            </a:r>
            <a:r>
              <a:rPr lang="en-US" dirty="0" err="1"/>
              <a:t>sqlzoo.sqlite</a:t>
            </a:r>
            <a:r>
              <a:rPr lang="en-US" dirty="0"/>
              <a:t> / </a:t>
            </a:r>
            <a:r>
              <a:rPr lang="en-US" dirty="0" err="1"/>
              <a:t>sqlzoo</a:t>
            </a:r>
            <a:r>
              <a:rPr lang="en-US" dirty="0"/>
              <a:t>/</a:t>
            </a:r>
            <a:r>
              <a:rPr lang="en-US" dirty="0" err="1"/>
              <a:t>db</a:t>
            </a:r>
            <a:r>
              <a:rPr lang="en-US" dirty="0"/>
              <a:t> SQLite database with content from </a:t>
            </a:r>
            <a:r>
              <a:rPr lang="en-US" dirty="0" err="1"/>
              <a:t>sqlzoo</a:t>
            </a:r>
            <a:r>
              <a:rPr lang="en-US" dirty="0"/>
              <a:t>: world; </a:t>
            </a:r>
            <a:r>
              <a:rPr lang="en-US" dirty="0" err="1"/>
              <a:t>nobel</a:t>
            </a:r>
            <a:r>
              <a:rPr lang="en-US" dirty="0"/>
              <a:t>; game, </a:t>
            </a:r>
            <a:r>
              <a:rPr lang="en-US" dirty="0" err="1"/>
              <a:t>eteam</a:t>
            </a:r>
            <a:r>
              <a:rPr lang="en-US" dirty="0"/>
              <a:t>, goal; movie, actor, casting; stops, route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713388-4E10-F0BB-0924-66D52ED26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with PostgreSQL 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2EBB0-8A81-1349-C180-D00B54A1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C15E-1453-4D65-918E-7489EA0EFE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217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15CF3-2F80-F94B-B2BA-4988B1C6D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82D91-F6A0-E5F7-0BC3-2B51D671A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0 SELECT basics</a:t>
            </a:r>
          </a:p>
          <a:p>
            <a:pPr lvl="1"/>
            <a:r>
              <a:rPr lang="en-US" dirty="0"/>
              <a:t>some simple queries to get you started</a:t>
            </a:r>
          </a:p>
          <a:p>
            <a:r>
              <a:rPr lang="en-US" dirty="0"/>
              <a:t>1 SELECT name</a:t>
            </a:r>
          </a:p>
          <a:p>
            <a:pPr lvl="1"/>
            <a:r>
              <a:rPr lang="en-US" dirty="0"/>
              <a:t>some pattern matching queries</a:t>
            </a:r>
          </a:p>
          <a:p>
            <a:r>
              <a:rPr lang="en-US" dirty="0"/>
              <a:t>2 SELECT from World</a:t>
            </a:r>
          </a:p>
          <a:p>
            <a:pPr lvl="1"/>
            <a:r>
              <a:rPr lang="en-US" dirty="0"/>
              <a:t>query the World country profile table.</a:t>
            </a:r>
          </a:p>
          <a:p>
            <a:r>
              <a:rPr lang="en-US" dirty="0"/>
              <a:t>3 SELECT from Nobel</a:t>
            </a:r>
          </a:p>
          <a:p>
            <a:pPr lvl="1"/>
            <a:r>
              <a:rPr lang="en-US" dirty="0"/>
              <a:t>practice of basic features using a table of Nobel Prize winners.</a:t>
            </a:r>
          </a:p>
          <a:p>
            <a:r>
              <a:rPr lang="en-US" dirty="0"/>
              <a:t>4 SELECT within SELECT</a:t>
            </a:r>
          </a:p>
          <a:p>
            <a:r>
              <a:rPr lang="en-US" dirty="0"/>
              <a:t>5 SUM and COUNT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DA995-A15E-4834-D716-93835AD2F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with PostgreSQL 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A170F-ED68-A60E-9504-5039180D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C15E-1453-4D65-918E-7489EA0EFE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81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1BBD2-ADEB-8EAA-CB6D-97857454E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C675-E224-9052-2A9D-26CBA5A04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51608-36BD-A578-23B0-C7A418F64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4 SELECT within SELECT</a:t>
            </a:r>
          </a:p>
          <a:p>
            <a:r>
              <a:rPr lang="en-US" dirty="0"/>
              <a:t>5 SUM and COUNT</a:t>
            </a:r>
          </a:p>
          <a:p>
            <a:r>
              <a:rPr lang="en-US" dirty="0"/>
              <a:t> 	apply aggregate functions. more the same</a:t>
            </a:r>
          </a:p>
          <a:p>
            <a:r>
              <a:rPr lang="en-US" dirty="0"/>
              <a:t>6 JOIN</a:t>
            </a:r>
          </a:p>
          <a:p>
            <a:pPr lvl="1"/>
            <a:r>
              <a:rPr lang="en-US" dirty="0"/>
              <a:t>join two tables; game and goals from UEFA EURO 2012 Football Championship</a:t>
            </a:r>
          </a:p>
          <a:p>
            <a:r>
              <a:rPr lang="en-US" dirty="0"/>
              <a:t>7 More JOIN operations</a:t>
            </a:r>
          </a:p>
          <a:p>
            <a:pPr lvl="1"/>
            <a:r>
              <a:rPr lang="en-US" dirty="0"/>
              <a:t>join actors to movies in the Movie Database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85910-518E-CCE4-81F2-0AF0F916C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with PostgreSQL 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91029-D174-6647-B1DE-E1D37DBB3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C15E-1453-4D65-918E-7489EA0EFE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02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7B83D-5F37-E037-C638-1EFE49E13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67023-30E7-F88A-14D4-CA00758FA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FB2D9-BC08-9ED4-E430-04AAC2B5D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7 More JOIN operations</a:t>
            </a:r>
          </a:p>
          <a:p>
            <a:pPr lvl="1"/>
            <a:r>
              <a:rPr lang="en-US" dirty="0"/>
              <a:t>join actors to movies in the Movie Database </a:t>
            </a:r>
          </a:p>
          <a:p>
            <a:r>
              <a:rPr lang="en-US" dirty="0"/>
              <a:t>9 Self join</a:t>
            </a:r>
          </a:p>
          <a:p>
            <a:pPr lvl="1"/>
            <a:r>
              <a:rPr lang="en-US" dirty="0"/>
              <a:t>join Edinburgh bus routes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CBC332-8106-D2A9-7DF1-56CBA946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with PostgreSQL 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D24A9-1663-1B12-8ECC-8BCEF260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C15E-1453-4D65-918E-7489EA0EFEB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713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8076-F65E-4000-A823-C218BA045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8ED99-766A-4D2F-AD84-94523FAED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Thank you for kindly attention!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89B0C-D2BE-41BE-BD9B-F49A2A3FB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with PostgreSQL 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B8C885-DA40-47F9-90D8-F91CBF606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C15E-1453-4D65-918E-7489EA0EFEB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50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1F13D339BA04089B6530E3063BBB0" ma:contentTypeVersion="3" ma:contentTypeDescription="Create a new document." ma:contentTypeScope="" ma:versionID="53edffdedc90a5cc23417a2d239f45a4">
  <xsd:schema xmlns:xsd="http://www.w3.org/2001/XMLSchema" xmlns:xs="http://www.w3.org/2001/XMLSchema" xmlns:p="http://schemas.microsoft.com/office/2006/metadata/properties" xmlns:ns2="a1338ef3-f957-4fbb-b33a-3b606fe126b3" targetNamespace="http://schemas.microsoft.com/office/2006/metadata/properties" ma:root="true" ma:fieldsID="9f407ff9521a5dcbcc967750435157a3" ns2:_="">
    <xsd:import namespace="a1338ef3-f957-4fbb-b33a-3b606fe126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38ef3-f957-4fbb-b33a-3b606fe126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A54FFE-5E8B-4E9C-99EA-714907EC7F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8BF8D4-D863-4E50-BA6A-34888A9F0E7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38A7456-5B8C-42E4-941F-7E699D9D50C0}"/>
</file>

<file path=docProps/app.xml><?xml version="1.0" encoding="utf-8"?>
<Properties xmlns="http://schemas.openxmlformats.org/officeDocument/2006/extended-properties" xmlns:vt="http://schemas.openxmlformats.org/officeDocument/2006/docPropsVTypes">
  <TotalTime>1466</TotalTime>
  <Words>211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DataBase  Structured Query Language</vt:lpstr>
      <vt:lpstr>SQLZoo  https://sqlzoo.net/wiki/SQL_Tutorial</vt:lpstr>
      <vt:lpstr>Week 1</vt:lpstr>
      <vt:lpstr>Week 2</vt:lpstr>
      <vt:lpstr>Week 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with PostgreSQL</dc:title>
  <dc:creator>Calin Cenan</dc:creator>
  <cp:lastModifiedBy>Calin Cenan</cp:lastModifiedBy>
  <cp:revision>74</cp:revision>
  <dcterms:created xsi:type="dcterms:W3CDTF">2021-01-09T16:08:19Z</dcterms:created>
  <dcterms:modified xsi:type="dcterms:W3CDTF">2025-10-30T09:30:05Z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0x01010042D1F13D339BA04089B6530E3063BBB0</vt:lpwstr>
  </property>
  <property fmtid="{D5CDD505-2E9C-101B-9397-08002B2CF9AE}" pid="3" name="MSIP_Label_5b58b62f-6f94-46bd-8089-18e64b0a9abb_Enabled">
    <vt:lpwstr>true</vt:lpwstr>
  </property>
  <property fmtid="{D5CDD505-2E9C-101B-9397-08002B2CF9AE}" pid="4" name="MSIP_Label_5b58b62f-6f94-46bd-8089-18e64b0a9abb_SetDate">
    <vt:lpwstr>2023-11-06T09:28:51Z</vt:lpwstr>
  </property>
  <property fmtid="{D5CDD505-2E9C-101B-9397-08002B2CF9AE}" pid="5" name="MSIP_Label_5b58b62f-6f94-46bd-8089-18e64b0a9abb_Method">
    <vt:lpwstr>Standard</vt:lpwstr>
  </property>
  <property fmtid="{D5CDD505-2E9C-101B-9397-08002B2CF9AE}" pid="6" name="MSIP_Label_5b58b62f-6f94-46bd-8089-18e64b0a9abb_Name">
    <vt:lpwstr>defa4170-0d19-0005-0004-bc88714345d2</vt:lpwstr>
  </property>
  <property fmtid="{D5CDD505-2E9C-101B-9397-08002B2CF9AE}" pid="7" name="MSIP_Label_5b58b62f-6f94-46bd-8089-18e64b0a9abb_SiteId">
    <vt:lpwstr>a6eb79fa-c4a9-4cce-818d-b85274d15305</vt:lpwstr>
  </property>
  <property fmtid="{D5CDD505-2E9C-101B-9397-08002B2CF9AE}" pid="8" name="MSIP_Label_5b58b62f-6f94-46bd-8089-18e64b0a9abb_ActionId">
    <vt:lpwstr>e50ec3d3-af3b-4635-bffd-235a209df665</vt:lpwstr>
  </property>
  <property fmtid="{D5CDD505-2E9C-101B-9397-08002B2CF9AE}" pid="9" name="MSIP_Label_5b58b62f-6f94-46bd-8089-18e64b0a9abb_ContentBits">
    <vt:lpwstr>0</vt:lpwstr>
  </property>
</Properties>
</file>