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498" r:id="rId2"/>
    <p:sldId id="476" r:id="rId3"/>
    <p:sldId id="470" r:id="rId4"/>
    <p:sldId id="460" r:id="rId5"/>
    <p:sldId id="462" r:id="rId6"/>
    <p:sldId id="463" r:id="rId7"/>
    <p:sldId id="464" r:id="rId8"/>
    <p:sldId id="465" r:id="rId9"/>
    <p:sldId id="466" r:id="rId10"/>
    <p:sldId id="474" r:id="rId11"/>
    <p:sldId id="468" r:id="rId12"/>
    <p:sldId id="472" r:id="rId13"/>
    <p:sldId id="499" r:id="rId14"/>
    <p:sldId id="500" r:id="rId15"/>
    <p:sldId id="501" r:id="rId16"/>
    <p:sldId id="502" r:id="rId17"/>
    <p:sldId id="503" r:id="rId18"/>
    <p:sldId id="504" r:id="rId1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68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2B3889C-C929-4710-A2CC-9D02944298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1855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873334-9A19-4028-A303-D0F7854FF6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48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B709EE-7E63-49B5-8FAE-10539C88DD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119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002D1F-D4D2-4BC5-BD70-04DE933FF4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565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A68D7B-684F-4D25-955B-8D374C54BD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113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825DFC-093A-4A6B-AA65-AB25DC043A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150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7AE607-4443-437C-A656-75771743EB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692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FFC661-A317-46B9-87EA-0734A95D32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94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9BEA64-E409-49BF-AEA0-61F63EB9AA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927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C93F74-EF68-4E2C-8131-0E4FAC987B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15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BA98AF-6131-4C12-9876-4C5E2B9ABB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742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FF9823-C0D3-4B87-8673-11A3A59FFE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685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07B8F33-1621-4C2A-BFE3-3250414005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1h4e8llcfQQ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Mike_Judge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Office_Space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List_of_cult_films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Idiocracy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Silicon_Valley_(TV_series)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E09D4-A017-875F-A5A0-911C2EBEF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359FF0-E56A-9EAF-12AE-A0D503C3B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6A5155-9D8E-E622-1962-3CCD359B0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B709EE-7E63-49B5-8FAE-10539C88DD3C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066A60C-5636-75EE-533B-FC10DCFE406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063" y="1530350"/>
            <a:ext cx="8176508" cy="4602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6030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642F018-2AE6-40B5-A6EA-9CCFF5CFB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DataBase</a:t>
            </a:r>
            <a:r>
              <a:rPr lang="en-US" dirty="0"/>
              <a:t> = romantic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D4EF7DC-E330-42B4-B726-939007DE6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safely skip the rest of the slides about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EA1967-6702-4A67-B7CF-FA65AA166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5A2350-0862-4CE4-8023-9DE521B41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B709EE-7E63-49B5-8FAE-10539C88DD3C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83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DataBase</a:t>
            </a:r>
            <a:r>
              <a:rPr lang="en-US" dirty="0"/>
              <a:t> course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Romantic hero</a:t>
            </a:r>
          </a:p>
          <a:p>
            <a:r>
              <a:rPr lang="en-US" dirty="0"/>
              <a:t>Barbarian </a:t>
            </a:r>
          </a:p>
          <a:p>
            <a:r>
              <a:rPr lang="en-US" dirty="0"/>
              <a:t>Civilization</a:t>
            </a:r>
          </a:p>
          <a:p>
            <a:r>
              <a:rPr lang="en-US" dirty="0"/>
              <a:t>Lost cause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B709EE-7E63-49B5-8FAE-10539C88DD3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159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kern="1800" dirty="0"/>
              <a:t>The Charge of the Light Brigade 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</a:rPr>
              <a:t>Half a league, half a league,</a:t>
            </a:r>
          </a:p>
          <a:p>
            <a:r>
              <a:rPr lang="en-US" dirty="0">
                <a:latin typeface="Courier New" panose="02070309020205020404" pitchFamily="49" charset="0"/>
              </a:rPr>
              <a:t>Half a league onward,</a:t>
            </a:r>
          </a:p>
          <a:p>
            <a:r>
              <a:rPr lang="en-US" dirty="0">
                <a:latin typeface="Courier New" panose="02070309020205020404" pitchFamily="49" charset="0"/>
              </a:rPr>
              <a:t>All in the valley of Death</a:t>
            </a:r>
          </a:p>
          <a:p>
            <a:r>
              <a:rPr lang="en-US" dirty="0">
                <a:latin typeface="Courier New" panose="02070309020205020404" pitchFamily="49" charset="0"/>
              </a:rPr>
              <a:t>Rode the six hundred.</a:t>
            </a:r>
          </a:p>
          <a:p>
            <a:r>
              <a:rPr lang="en-US" dirty="0">
                <a:latin typeface="Courier New" panose="02070309020205020404" pitchFamily="49" charset="0"/>
              </a:rPr>
              <a:t>"Forward the Light Brigade!</a:t>
            </a:r>
          </a:p>
          <a:p>
            <a:r>
              <a:rPr lang="en-US" dirty="0">
                <a:latin typeface="Courier New" panose="02070309020205020404" pitchFamily="49" charset="0"/>
              </a:rPr>
              <a:t>Charge for the guns!" he said.</a:t>
            </a:r>
          </a:p>
          <a:p>
            <a:r>
              <a:rPr lang="en-US" dirty="0">
                <a:latin typeface="Courier New" panose="02070309020205020404" pitchFamily="49" charset="0"/>
              </a:rPr>
              <a:t>Into the valley of Death</a:t>
            </a:r>
          </a:p>
          <a:p>
            <a:r>
              <a:rPr lang="en-US" dirty="0">
                <a:latin typeface="Courier New" panose="02070309020205020404" pitchFamily="49" charset="0"/>
              </a:rPr>
              <a:t>Rode the six hundred.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B709EE-7E63-49B5-8FAE-10539C88DD3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117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kern="1800" dirty="0"/>
              <a:t>The Charge of the Light Brigade 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Courier New" panose="02070309020205020404" pitchFamily="49" charset="0"/>
              </a:rPr>
              <a:t>Forward, the Light Brigade!"</a:t>
            </a:r>
          </a:p>
          <a:p>
            <a:r>
              <a:rPr lang="en-US" sz="2800" dirty="0">
                <a:latin typeface="Courier New" panose="02070309020205020404" pitchFamily="49" charset="0"/>
              </a:rPr>
              <a:t>Was there a man </a:t>
            </a:r>
            <a:r>
              <a:rPr lang="en-US" sz="2800" dirty="0" err="1">
                <a:latin typeface="Courier New" panose="02070309020205020404" pitchFamily="49" charset="0"/>
              </a:rPr>
              <a:t>dismay'd</a:t>
            </a:r>
            <a:r>
              <a:rPr lang="en-US" sz="2800" dirty="0">
                <a:latin typeface="Courier New" panose="02070309020205020404" pitchFamily="49" charset="0"/>
              </a:rPr>
              <a:t>?</a:t>
            </a:r>
          </a:p>
          <a:p>
            <a:r>
              <a:rPr lang="en-US" sz="2800" dirty="0">
                <a:latin typeface="Courier New" panose="02070309020205020404" pitchFamily="49" charset="0"/>
              </a:rPr>
              <a:t>Not </a:t>
            </a:r>
            <a:r>
              <a:rPr lang="en-US" sz="2800" dirty="0" err="1">
                <a:latin typeface="Courier New" panose="02070309020205020404" pitchFamily="49" charset="0"/>
              </a:rPr>
              <a:t>tho</a:t>
            </a:r>
            <a:r>
              <a:rPr lang="en-US" sz="2800" dirty="0">
                <a:latin typeface="Courier New" panose="02070309020205020404" pitchFamily="49" charset="0"/>
              </a:rPr>
              <a:t>' the soldier knew</a:t>
            </a:r>
          </a:p>
          <a:p>
            <a:r>
              <a:rPr lang="en-US" sz="2800" dirty="0">
                <a:latin typeface="Courier New" panose="02070309020205020404" pitchFamily="49" charset="0"/>
              </a:rPr>
              <a:t>Some one had </a:t>
            </a:r>
            <a:r>
              <a:rPr lang="en-US" sz="2800" dirty="0" err="1">
                <a:latin typeface="Courier New" panose="02070309020205020404" pitchFamily="49" charset="0"/>
              </a:rPr>
              <a:t>blunder'd</a:t>
            </a:r>
            <a:r>
              <a:rPr lang="en-US" sz="2800" dirty="0">
                <a:latin typeface="Courier New" panose="02070309020205020404" pitchFamily="49" charset="0"/>
              </a:rPr>
              <a:t>.</a:t>
            </a:r>
          </a:p>
          <a:p>
            <a:r>
              <a:rPr lang="en-US" sz="2800" dirty="0">
                <a:latin typeface="Courier New" panose="02070309020205020404" pitchFamily="49" charset="0"/>
              </a:rPr>
              <a:t>Theirs not to make reply,</a:t>
            </a:r>
          </a:p>
          <a:p>
            <a:r>
              <a:rPr lang="en-US" sz="2800" dirty="0">
                <a:latin typeface="Courier New" panose="02070309020205020404" pitchFamily="49" charset="0"/>
              </a:rPr>
              <a:t>Theirs not to reason why,</a:t>
            </a:r>
          </a:p>
          <a:p>
            <a:r>
              <a:rPr lang="en-US" sz="2800" dirty="0">
                <a:latin typeface="Courier New" panose="02070309020205020404" pitchFamily="49" charset="0"/>
              </a:rPr>
              <a:t>Theirs but to do and die.</a:t>
            </a:r>
          </a:p>
          <a:p>
            <a:r>
              <a:rPr lang="en-US" sz="2800" dirty="0">
                <a:latin typeface="Courier New" panose="02070309020205020404" pitchFamily="49" charset="0"/>
              </a:rPr>
              <a:t>Into the valley of Death</a:t>
            </a:r>
          </a:p>
          <a:p>
            <a:r>
              <a:rPr lang="en-US" sz="2800" dirty="0">
                <a:latin typeface="Courier New" panose="02070309020205020404" pitchFamily="49" charset="0"/>
              </a:rPr>
              <a:t>Rode the six hundred.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B709EE-7E63-49B5-8FAE-10539C88DD3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163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kern="1800" dirty="0"/>
              <a:t>The Charge of the Light Brigade 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Courier New" panose="02070309020205020404" pitchFamily="49" charset="0"/>
              </a:rPr>
              <a:t>Cannon to right of them,</a:t>
            </a:r>
          </a:p>
          <a:p>
            <a:r>
              <a:rPr lang="en-US" sz="2800" dirty="0">
                <a:latin typeface="Courier New" panose="02070309020205020404" pitchFamily="49" charset="0"/>
              </a:rPr>
              <a:t>Cannon to left of them,</a:t>
            </a:r>
          </a:p>
          <a:p>
            <a:r>
              <a:rPr lang="en-US" sz="2800" dirty="0">
                <a:latin typeface="Courier New" panose="02070309020205020404" pitchFamily="49" charset="0"/>
              </a:rPr>
              <a:t>Cannon in front of them</a:t>
            </a:r>
          </a:p>
          <a:p>
            <a:r>
              <a:rPr lang="en-US" sz="2800" dirty="0" err="1">
                <a:latin typeface="Courier New" panose="02070309020205020404" pitchFamily="49" charset="0"/>
              </a:rPr>
              <a:t>Volley'd</a:t>
            </a:r>
            <a:r>
              <a:rPr lang="en-US" sz="2800" dirty="0">
                <a:latin typeface="Courier New" panose="02070309020205020404" pitchFamily="49" charset="0"/>
              </a:rPr>
              <a:t> and </a:t>
            </a:r>
            <a:r>
              <a:rPr lang="en-US" sz="2800" dirty="0" err="1">
                <a:latin typeface="Courier New" panose="02070309020205020404" pitchFamily="49" charset="0"/>
              </a:rPr>
              <a:t>thunder'd</a:t>
            </a:r>
            <a:r>
              <a:rPr lang="en-US" sz="2800" dirty="0">
                <a:latin typeface="Courier New" panose="02070309020205020404" pitchFamily="49" charset="0"/>
              </a:rPr>
              <a:t>;</a:t>
            </a:r>
          </a:p>
          <a:p>
            <a:r>
              <a:rPr lang="en-US" sz="2800" dirty="0" err="1">
                <a:latin typeface="Courier New" panose="02070309020205020404" pitchFamily="49" charset="0"/>
              </a:rPr>
              <a:t>Storm'd</a:t>
            </a:r>
            <a:r>
              <a:rPr lang="en-US" sz="2800" dirty="0">
                <a:latin typeface="Courier New" panose="02070309020205020404" pitchFamily="49" charset="0"/>
              </a:rPr>
              <a:t> at with shot and shell,</a:t>
            </a:r>
          </a:p>
          <a:p>
            <a:r>
              <a:rPr lang="en-US" sz="2800" dirty="0">
                <a:latin typeface="Courier New" panose="02070309020205020404" pitchFamily="49" charset="0"/>
              </a:rPr>
              <a:t>Boldly they rode and well,</a:t>
            </a:r>
          </a:p>
          <a:p>
            <a:r>
              <a:rPr lang="en-US" sz="2800" dirty="0">
                <a:latin typeface="Courier New" panose="02070309020205020404" pitchFamily="49" charset="0"/>
              </a:rPr>
              <a:t>Into the jaws of Death,</a:t>
            </a:r>
          </a:p>
          <a:p>
            <a:r>
              <a:rPr lang="en-US" sz="2800" dirty="0">
                <a:latin typeface="Courier New" panose="02070309020205020404" pitchFamily="49" charset="0"/>
              </a:rPr>
              <a:t>Into the mouth of hell</a:t>
            </a:r>
          </a:p>
          <a:p>
            <a:r>
              <a:rPr lang="en-US" sz="2800" dirty="0">
                <a:latin typeface="Courier New" panose="02070309020205020404" pitchFamily="49" charset="0"/>
              </a:rPr>
              <a:t>Rode the six hundred.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B709EE-7E63-49B5-8FAE-10539C88DD3C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801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kern="1800" dirty="0"/>
              <a:t>The Charge of the Light Brigade 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>
                <a:latin typeface="Courier New" panose="02070309020205020404" pitchFamily="49" charset="0"/>
              </a:rPr>
              <a:t>Flash'd</a:t>
            </a:r>
            <a:r>
              <a:rPr lang="en-US" sz="2000" dirty="0">
                <a:latin typeface="Courier New" panose="02070309020205020404" pitchFamily="49" charset="0"/>
              </a:rPr>
              <a:t> all their </a:t>
            </a:r>
            <a:r>
              <a:rPr lang="en-US" sz="2000" dirty="0" err="1">
                <a:latin typeface="Courier New" panose="02070309020205020404" pitchFamily="49" charset="0"/>
              </a:rPr>
              <a:t>sabres</a:t>
            </a:r>
            <a:r>
              <a:rPr lang="en-US" sz="2000" dirty="0">
                <a:latin typeface="Courier New" panose="02070309020205020404" pitchFamily="49" charset="0"/>
              </a:rPr>
              <a:t> bare,</a:t>
            </a:r>
          </a:p>
          <a:p>
            <a:r>
              <a:rPr lang="en-US" sz="2000" dirty="0" err="1">
                <a:latin typeface="Courier New" panose="02070309020205020404" pitchFamily="49" charset="0"/>
              </a:rPr>
              <a:t>Flash'd</a:t>
            </a:r>
            <a:r>
              <a:rPr lang="en-US" sz="2000" dirty="0">
                <a:latin typeface="Courier New" panose="02070309020205020404" pitchFamily="49" charset="0"/>
              </a:rPr>
              <a:t> as they </a:t>
            </a:r>
            <a:r>
              <a:rPr lang="en-US" sz="2000" dirty="0" err="1">
                <a:latin typeface="Courier New" panose="02070309020205020404" pitchFamily="49" charset="0"/>
              </a:rPr>
              <a:t>turn'd</a:t>
            </a:r>
            <a:r>
              <a:rPr lang="en-US" sz="2000" dirty="0">
                <a:latin typeface="Courier New" panose="02070309020205020404" pitchFamily="49" charset="0"/>
              </a:rPr>
              <a:t> in air</a:t>
            </a:r>
          </a:p>
          <a:p>
            <a:r>
              <a:rPr lang="en-US" sz="2000" dirty="0" err="1">
                <a:latin typeface="Courier New" panose="02070309020205020404" pitchFamily="49" charset="0"/>
              </a:rPr>
              <a:t>Sabring</a:t>
            </a:r>
            <a:r>
              <a:rPr lang="en-US" sz="2000" dirty="0">
                <a:latin typeface="Courier New" panose="02070309020205020404" pitchFamily="49" charset="0"/>
              </a:rPr>
              <a:t> the gunners there,</a:t>
            </a:r>
          </a:p>
          <a:p>
            <a:r>
              <a:rPr lang="en-US" sz="2000" dirty="0">
                <a:latin typeface="Courier New" panose="02070309020205020404" pitchFamily="49" charset="0"/>
              </a:rPr>
              <a:t>Charging an army, while</a:t>
            </a:r>
          </a:p>
          <a:p>
            <a:r>
              <a:rPr lang="en-US" sz="2000" dirty="0">
                <a:latin typeface="Courier New" panose="02070309020205020404" pitchFamily="49" charset="0"/>
              </a:rPr>
              <a:t>All the world </a:t>
            </a:r>
            <a:r>
              <a:rPr lang="en-US" sz="2000" dirty="0" err="1">
                <a:latin typeface="Courier New" panose="02070309020205020404" pitchFamily="49" charset="0"/>
              </a:rPr>
              <a:t>wonder'd</a:t>
            </a:r>
            <a:r>
              <a:rPr lang="en-US" sz="2000" dirty="0">
                <a:latin typeface="Courier New" panose="02070309020205020404" pitchFamily="49" charset="0"/>
              </a:rPr>
              <a:t>.</a:t>
            </a:r>
          </a:p>
          <a:p>
            <a:r>
              <a:rPr lang="en-US" sz="2000" dirty="0">
                <a:latin typeface="Courier New" panose="02070309020205020404" pitchFamily="49" charset="0"/>
              </a:rPr>
              <a:t>Plunged in the battery-smoke</a:t>
            </a:r>
          </a:p>
          <a:p>
            <a:r>
              <a:rPr lang="en-US" sz="2000" dirty="0">
                <a:latin typeface="Courier New" panose="02070309020205020404" pitchFamily="49" charset="0"/>
              </a:rPr>
              <a:t>Right thro' the line they broke;</a:t>
            </a:r>
          </a:p>
          <a:p>
            <a:r>
              <a:rPr lang="en-US" sz="2000" dirty="0">
                <a:latin typeface="Courier New" panose="02070309020205020404" pitchFamily="49" charset="0"/>
              </a:rPr>
              <a:t>Cossack and Russian</a:t>
            </a:r>
          </a:p>
          <a:p>
            <a:r>
              <a:rPr lang="en-US" sz="2000" dirty="0" err="1">
                <a:latin typeface="Courier New" panose="02070309020205020404" pitchFamily="49" charset="0"/>
              </a:rPr>
              <a:t>Reel'd</a:t>
            </a:r>
            <a:r>
              <a:rPr lang="en-US" sz="2000" dirty="0">
                <a:latin typeface="Courier New" panose="02070309020205020404" pitchFamily="49" charset="0"/>
              </a:rPr>
              <a:t> from the sabre-stroke</a:t>
            </a:r>
          </a:p>
          <a:p>
            <a:r>
              <a:rPr lang="en-US" sz="2000" dirty="0" err="1">
                <a:latin typeface="Courier New" panose="02070309020205020404" pitchFamily="49" charset="0"/>
              </a:rPr>
              <a:t>Shatter'd</a:t>
            </a:r>
            <a:r>
              <a:rPr lang="en-US" sz="2000" dirty="0">
                <a:latin typeface="Courier New" panose="02070309020205020404" pitchFamily="49" charset="0"/>
              </a:rPr>
              <a:t> and </a:t>
            </a:r>
            <a:r>
              <a:rPr lang="en-US" sz="2000" dirty="0" err="1">
                <a:latin typeface="Courier New" panose="02070309020205020404" pitchFamily="49" charset="0"/>
              </a:rPr>
              <a:t>sunder'd</a:t>
            </a:r>
            <a:r>
              <a:rPr lang="en-US" sz="2000" dirty="0">
                <a:latin typeface="Courier New" panose="02070309020205020404" pitchFamily="49" charset="0"/>
              </a:rPr>
              <a:t>.</a:t>
            </a:r>
          </a:p>
          <a:p>
            <a:r>
              <a:rPr lang="en-US" sz="2000" dirty="0">
                <a:latin typeface="Courier New" panose="02070309020205020404" pitchFamily="49" charset="0"/>
              </a:rPr>
              <a:t>Then they rode back, but not,</a:t>
            </a:r>
          </a:p>
          <a:p>
            <a:r>
              <a:rPr lang="en-US" sz="2000" dirty="0">
                <a:latin typeface="Courier New" panose="02070309020205020404" pitchFamily="49" charset="0"/>
              </a:rPr>
              <a:t>Not the six hundred.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B709EE-7E63-49B5-8FAE-10539C88DD3C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111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kern="1800" dirty="0"/>
              <a:t>The Charge of the Light Brigade 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Courier New" panose="02070309020205020404" pitchFamily="49" charset="0"/>
              </a:rPr>
              <a:t>Cannon to right of them,</a:t>
            </a:r>
          </a:p>
          <a:p>
            <a:r>
              <a:rPr lang="en-US" sz="2400" dirty="0">
                <a:latin typeface="Courier New" panose="02070309020205020404" pitchFamily="49" charset="0"/>
              </a:rPr>
              <a:t>Cannon to left of them,</a:t>
            </a:r>
          </a:p>
          <a:p>
            <a:r>
              <a:rPr lang="en-US" sz="2400" dirty="0">
                <a:latin typeface="Courier New" panose="02070309020205020404" pitchFamily="49" charset="0"/>
              </a:rPr>
              <a:t>Cannon behind them</a:t>
            </a:r>
          </a:p>
          <a:p>
            <a:r>
              <a:rPr lang="en-US" sz="2400" dirty="0" err="1">
                <a:latin typeface="Courier New" panose="02070309020205020404" pitchFamily="49" charset="0"/>
              </a:rPr>
              <a:t>Volley'd</a:t>
            </a:r>
            <a:r>
              <a:rPr lang="en-US" sz="2400" dirty="0">
                <a:latin typeface="Courier New" panose="02070309020205020404" pitchFamily="49" charset="0"/>
              </a:rPr>
              <a:t> and </a:t>
            </a:r>
            <a:r>
              <a:rPr lang="en-US" sz="2400" dirty="0" err="1">
                <a:latin typeface="Courier New" panose="02070309020205020404" pitchFamily="49" charset="0"/>
              </a:rPr>
              <a:t>thunder'd</a:t>
            </a:r>
            <a:r>
              <a:rPr lang="en-US" sz="2400" dirty="0">
                <a:latin typeface="Courier New" panose="02070309020205020404" pitchFamily="49" charset="0"/>
              </a:rPr>
              <a:t>;</a:t>
            </a:r>
          </a:p>
          <a:p>
            <a:r>
              <a:rPr lang="en-US" sz="2400" dirty="0" err="1">
                <a:latin typeface="Courier New" panose="02070309020205020404" pitchFamily="49" charset="0"/>
              </a:rPr>
              <a:t>Storm'd</a:t>
            </a:r>
            <a:r>
              <a:rPr lang="en-US" sz="2400" dirty="0">
                <a:latin typeface="Courier New" panose="02070309020205020404" pitchFamily="49" charset="0"/>
              </a:rPr>
              <a:t> at with shot and shell,</a:t>
            </a:r>
          </a:p>
          <a:p>
            <a:r>
              <a:rPr lang="en-US" sz="2400" dirty="0">
                <a:latin typeface="Courier New" panose="02070309020205020404" pitchFamily="49" charset="0"/>
              </a:rPr>
              <a:t>While horse and hero fell,</a:t>
            </a:r>
          </a:p>
          <a:p>
            <a:r>
              <a:rPr lang="en-US" sz="2400" dirty="0">
                <a:latin typeface="Courier New" panose="02070309020205020404" pitchFamily="49" charset="0"/>
              </a:rPr>
              <a:t>They that had fought so well</a:t>
            </a:r>
          </a:p>
          <a:p>
            <a:r>
              <a:rPr lang="en-US" sz="2400" dirty="0">
                <a:latin typeface="Courier New" panose="02070309020205020404" pitchFamily="49" charset="0"/>
              </a:rPr>
              <a:t>Came thro' the jaws of Death,</a:t>
            </a:r>
          </a:p>
          <a:p>
            <a:r>
              <a:rPr lang="en-US" sz="2400" dirty="0">
                <a:latin typeface="Courier New" panose="02070309020205020404" pitchFamily="49" charset="0"/>
              </a:rPr>
              <a:t>Back from the mouth of hell,</a:t>
            </a:r>
          </a:p>
          <a:p>
            <a:r>
              <a:rPr lang="en-US" sz="2400" dirty="0">
                <a:latin typeface="Courier New" panose="02070309020205020404" pitchFamily="49" charset="0"/>
              </a:rPr>
              <a:t>All that was left of them,</a:t>
            </a:r>
          </a:p>
          <a:p>
            <a:r>
              <a:rPr lang="en-US" sz="2400" dirty="0">
                <a:latin typeface="Courier New" panose="02070309020205020404" pitchFamily="49" charset="0"/>
              </a:rPr>
              <a:t>Left of six hundred.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B709EE-7E63-49B5-8FAE-10539C88DD3C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354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kern="1800" dirty="0"/>
              <a:t>The Charge of the Light Brigade 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</a:rPr>
              <a:t>When can their glory fade?</a:t>
            </a:r>
          </a:p>
          <a:p>
            <a:r>
              <a:rPr lang="en-US" dirty="0">
                <a:latin typeface="Courier New" panose="02070309020205020404" pitchFamily="49" charset="0"/>
              </a:rPr>
              <a:t>O the wild charge they made!</a:t>
            </a:r>
          </a:p>
          <a:p>
            <a:r>
              <a:rPr lang="en-US" dirty="0">
                <a:latin typeface="Courier New" panose="02070309020205020404" pitchFamily="49" charset="0"/>
              </a:rPr>
              <a:t>All the world </a:t>
            </a:r>
            <a:r>
              <a:rPr lang="en-US" dirty="0" err="1">
                <a:latin typeface="Courier New" panose="02070309020205020404" pitchFamily="49" charset="0"/>
              </a:rPr>
              <a:t>wonder'd</a:t>
            </a:r>
            <a:r>
              <a:rPr lang="en-US" dirty="0">
                <a:latin typeface="Courier New" panose="02070309020205020404" pitchFamily="49" charset="0"/>
              </a:rPr>
              <a:t>.</a:t>
            </a:r>
          </a:p>
          <a:p>
            <a:r>
              <a:rPr lang="en-US" dirty="0">
                <a:latin typeface="Courier New" panose="02070309020205020404" pitchFamily="49" charset="0"/>
              </a:rPr>
              <a:t>Honor the charge they made!</a:t>
            </a:r>
          </a:p>
          <a:p>
            <a:r>
              <a:rPr lang="en-US" dirty="0">
                <a:latin typeface="Courier New" panose="02070309020205020404" pitchFamily="49" charset="0"/>
              </a:rPr>
              <a:t>Honor the Light Brigade,</a:t>
            </a:r>
          </a:p>
          <a:p>
            <a:r>
              <a:rPr lang="en-US" dirty="0">
                <a:latin typeface="Courier New" panose="02070309020205020404" pitchFamily="49" charset="0"/>
              </a:rPr>
              <a:t>Noble six hundred!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B709EE-7E63-49B5-8FAE-10539C88DD3C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454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by Alfred, Lord Tennyson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B709EE-7E63-49B5-8FAE-10539C88DD3C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901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/>
              <a:t>DataBase Course Notes 0 - Intro.</a:t>
            </a:r>
            <a:endParaRPr lang="en-US" altLang="en-US" dirty="0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DataBase</a:t>
            </a:r>
            <a:r>
              <a:rPr lang="en-US" altLang="en-US" dirty="0"/>
              <a:t> people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The Charge Of The Light Brigade 1968 </a:t>
            </a:r>
            <a:endParaRPr lang="en-US" dirty="0"/>
          </a:p>
          <a:p>
            <a:endParaRPr lang="en-US" altLang="en-US" dirty="0"/>
          </a:p>
          <a:p>
            <a:r>
              <a:rPr lang="en-US" altLang="en-US" dirty="0"/>
              <a:t>Me - Calin CENAN (10 min.)</a:t>
            </a:r>
          </a:p>
          <a:p>
            <a:r>
              <a:rPr lang="en-US" altLang="en-US" dirty="0"/>
              <a:t>You (11 min.)</a:t>
            </a:r>
          </a:p>
        </p:txBody>
      </p:sp>
      <p:sp>
        <p:nvSpPr>
          <p:cNvPr id="307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9B4F74C-BBE8-4E95-8F3D-A8A6D31AB16E}" type="slidenum">
              <a:rPr lang="en-US" altLang="en-US" smtClean="0"/>
              <a:pPr eaLnBrk="1" hangingPunct="1"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7723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DataBase</a:t>
            </a:r>
            <a:r>
              <a:rPr lang="en-US" dirty="0"/>
              <a:t> vs rest of (Object Oriented) Computer Science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B709EE-7E63-49B5-8FAE-10539C88DD3C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524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8EE8A-2802-EBE5-7142-FA74712D5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87BC0-328B-2001-C34C-CD05B6173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Pop culture: books, movies, tv series,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CB591F-B26B-F4AE-FE0E-9FD4E6A91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8C3A58-E865-1CF5-C1AD-AA18AA488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B709EE-7E63-49B5-8FAE-10539C88DD3C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977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EE533-3C01-CFE2-1CE8-61452F619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B88E5-99DE-6807-3D9A-B0B792DB1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Mike Judge – Wikipedia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https://en.wikipedia.org/wiki/Mike_Judge</a:t>
            </a:r>
            <a:endParaRPr lang="en-US" dirty="0"/>
          </a:p>
          <a:p>
            <a:endParaRPr lang="en-US" dirty="0"/>
          </a:p>
          <a:p>
            <a:r>
              <a:rPr lang="en-US" dirty="0"/>
              <a:t>background in STEM – excel in arts pop arts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C11E68-3709-BA53-F5BF-E07B5BA44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6D7199-CB7C-A97E-5DC9-A19FA5294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B709EE-7E63-49B5-8FAE-10539C88DD3C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821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48C93-D5C9-39D0-02B3-2711AF54B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E30CE-2168-537F-0A68-22F19882E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Office Space </a:t>
            </a:r>
            <a:r>
              <a:rPr lang="en-US" dirty="0">
                <a:hlinkClick r:id="rId2"/>
              </a:rPr>
              <a:t>https://en.wikipedia.org/wiki/Office_Space</a:t>
            </a:r>
            <a:endParaRPr lang="en-US" dirty="0"/>
          </a:p>
          <a:p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1999</a:t>
            </a:r>
          </a:p>
          <a:p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learnt more about IT from Office Space then from any other source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26CF82-C73C-3DE6-7765-EB519409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FA4B3F-65FD-8990-2682-6AF561AC5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B709EE-7E63-49B5-8FAE-10539C88DD3C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7186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58285-9C87-76EC-E402-28FAED828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List of cult films</a:t>
            </a:r>
            <a:br>
              <a:rPr lang="en-US" dirty="0"/>
            </a:br>
            <a:r>
              <a:rPr lang="en-US" sz="2800" dirty="0">
                <a:hlinkClick r:id="rId2"/>
              </a:rPr>
              <a:t>https://en.wikipedia.org/wiki/List_of_cult_films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096D5-391B-B101-ADD6-2DC1CEC5F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cult film, is a film with a cult following</a:t>
            </a:r>
          </a:p>
          <a:p>
            <a:r>
              <a:rPr lang="en-US" dirty="0"/>
              <a:t>enduring appeal to a relatively small audience, and be "non-mainstream“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C4A343-C9F7-DC47-E6E6-124A2B728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F85FB0-8052-D13E-0DB8-CB522BD62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B709EE-7E63-49B5-8FAE-10539C88DD3C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3173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B2EE2-4C87-14C0-5297-24A254611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3CAC0-CFA6-5209-CFA3-76A80BD4E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Idiocracy</a:t>
            </a:r>
            <a:endParaRPr lang="en-US" dirty="0"/>
          </a:p>
          <a:p>
            <a:r>
              <a:rPr lang="en-US" dirty="0">
                <a:hlinkClick r:id="rId2"/>
              </a:rPr>
              <a:t>https://en.wikipedia.org/wiki/Idiocracy</a:t>
            </a:r>
            <a:endParaRPr lang="en-US" dirty="0"/>
          </a:p>
          <a:p>
            <a:endParaRPr lang="en-US" dirty="0"/>
          </a:p>
          <a:p>
            <a:r>
              <a:rPr lang="en-US" dirty="0"/>
              <a:t>Sci-Fi ? Documentary ? </a:t>
            </a:r>
          </a:p>
          <a:p>
            <a:r>
              <a:rPr lang="en-US" dirty="0"/>
              <a:t>inspired by true events from near future 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831590-ADC2-824A-9DB3-BC9241AF5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3D8010-F0CF-7882-9A13-114EDBA6C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B709EE-7E63-49B5-8FAE-10539C88DD3C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729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78655-0806-1D38-7553-182ED4BDA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4F09E-9286-1030-45F8-3B739A3E7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>
                <a:hlinkClick r:id="rId2"/>
              </a:rPr>
              <a:t>Silicon Valley (TV series)</a:t>
            </a:r>
            <a:endParaRPr lang="it-IT" dirty="0"/>
          </a:p>
          <a:p>
            <a:r>
              <a:rPr lang="en-US" dirty="0">
                <a:hlinkClick r:id="rId2"/>
              </a:rPr>
              <a:t>https://en.wikipedia.org/wiki/Silicon_Valley_(TV_series)</a:t>
            </a:r>
            <a:endParaRPr lang="it-IT" dirty="0"/>
          </a:p>
          <a:p>
            <a:r>
              <a:rPr lang="en-US" dirty="0"/>
              <a:t> 2014–2019 television series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2FBEBB-2D76-9372-FE1B-5EFCB1B01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483E72-F8CE-81F6-7483-577804C0B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B709EE-7E63-49B5-8FAE-10539C88DD3C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91916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D1F13D339BA04089B6530E3063BBB0" ma:contentTypeVersion="3" ma:contentTypeDescription="Create a new document." ma:contentTypeScope="" ma:versionID="53edffdedc90a5cc23417a2d239f45a4">
  <xsd:schema xmlns:xsd="http://www.w3.org/2001/XMLSchema" xmlns:xs="http://www.w3.org/2001/XMLSchema" xmlns:p="http://schemas.microsoft.com/office/2006/metadata/properties" xmlns:ns2="a1338ef3-f957-4fbb-b33a-3b606fe126b3" targetNamespace="http://schemas.microsoft.com/office/2006/metadata/properties" ma:root="true" ma:fieldsID="9f407ff9521a5dcbcc967750435157a3" ns2:_="">
    <xsd:import namespace="a1338ef3-f957-4fbb-b33a-3b606fe126b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338ef3-f957-4fbb-b33a-3b606fe126b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700A8D2-A1A3-43CC-8C66-4E81C7E3258B}"/>
</file>

<file path=customXml/itemProps2.xml><?xml version="1.0" encoding="utf-8"?>
<ds:datastoreItem xmlns:ds="http://schemas.openxmlformats.org/officeDocument/2006/customXml" ds:itemID="{C1F60EE7-303A-4C6E-B641-536A9BEEB545}"/>
</file>

<file path=customXml/itemProps3.xml><?xml version="1.0" encoding="utf-8"?>
<ds:datastoreItem xmlns:ds="http://schemas.openxmlformats.org/officeDocument/2006/customXml" ds:itemID="{6D7740D6-3E99-419D-B7F9-C53DF6EFA5AB}"/>
</file>

<file path=docProps/app.xml><?xml version="1.0" encoding="utf-8"?>
<Properties xmlns="http://schemas.openxmlformats.org/officeDocument/2006/extended-properties" xmlns:vt="http://schemas.openxmlformats.org/officeDocument/2006/docPropsVTypes">
  <TotalTime>872</TotalTime>
  <Words>711</Words>
  <Application>Microsoft Office PowerPoint</Application>
  <PresentationFormat>On-screen Show (4:3)</PresentationFormat>
  <Paragraphs>130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Courier New</vt:lpstr>
      <vt:lpstr>Default Design</vt:lpstr>
      <vt:lpstr>PowerPoint Presentation</vt:lpstr>
      <vt:lpstr>DataBase = romantic</vt:lpstr>
      <vt:lpstr>DataBase course</vt:lpstr>
      <vt:lpstr>The Charge of the Light Brigade </vt:lpstr>
      <vt:lpstr>The Charge of the Light Brigade </vt:lpstr>
      <vt:lpstr>The Charge of the Light Brigade </vt:lpstr>
      <vt:lpstr>The Charge of the Light Brigade </vt:lpstr>
      <vt:lpstr>The Charge of the Light Brigade </vt:lpstr>
      <vt:lpstr>The Charge of the Light Brigade </vt:lpstr>
      <vt:lpstr>PowerPoint Presentation</vt:lpstr>
      <vt:lpstr>DataBase people</vt:lpstr>
      <vt:lpstr>PowerPoint Presentation</vt:lpstr>
      <vt:lpstr>My Recommendation</vt:lpstr>
      <vt:lpstr>PowerPoint Presentation</vt:lpstr>
      <vt:lpstr>PowerPoint Presentation</vt:lpstr>
      <vt:lpstr>List of cult films https://en.wikipedia.org/wiki/List_of_cult_films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Design</dc:title>
  <dc:creator>Calin</dc:creator>
  <cp:lastModifiedBy>Calin Cenan</cp:lastModifiedBy>
  <cp:revision>128</cp:revision>
  <dcterms:created xsi:type="dcterms:W3CDTF">2009-02-13T17:36:17Z</dcterms:created>
  <dcterms:modified xsi:type="dcterms:W3CDTF">2024-10-02T07:12:44Z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2023-10-01T19:11:42Z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64b94bee-65cb-4faf-87c8-e97f8c96e9b9</vt:lpwstr>
  </property>
  <property fmtid="{D5CDD505-2E9C-101B-9397-08002B2CF9AE}" pid="8" name="MSIP_Label_5b58b62f-6f94-46bd-8089-18e64b0a9abb_ContentBits">
    <vt:lpwstr>0</vt:lpwstr>
  </property>
  <property fmtid="{D5CDD505-2E9C-101B-9397-08002B2CF9AE}" pid="9" name="ContentTypeId">
    <vt:lpwstr>0x01010042D1F13D339BA04089B6530E3063BBB0</vt:lpwstr>
  </property>
</Properties>
</file>