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89.xml.rels" ContentType="application/vnd.openxmlformats-package.relationships+xml"/>
  <Override PartName="/ppt/slides/_rels/slide134.xml.rels" ContentType="application/vnd.openxmlformats-package.relationships+xml"/>
  <Override PartName="/ppt/slides/_rels/slide88.xml.rels" ContentType="application/vnd.openxmlformats-package.relationships+xml"/>
  <Override PartName="/ppt/slides/_rels/slide133.xml.rels" ContentType="application/vnd.openxmlformats-package.relationships+xml"/>
  <Override PartName="/ppt/slides/_rels/slide87.xml.rels" ContentType="application/vnd.openxmlformats-package.relationships+xml"/>
  <Override PartName="/ppt/slides/_rels/slide19.xml.rels" ContentType="application/vnd.openxmlformats-package.relationships+xml"/>
  <Override PartName="/ppt/slides/_rels/slide132.xml.rels" ContentType="application/vnd.openxmlformats-package.relationships+xml"/>
  <Override PartName="/ppt/slides/_rels/slide86.xml.rels" ContentType="application/vnd.openxmlformats-package.relationships+xml"/>
  <Override PartName="/ppt/slides/_rels/slide18.xml.rels" ContentType="application/vnd.openxmlformats-package.relationships+xml"/>
  <Override PartName="/ppt/slides/_rels/slide131.xml.rels" ContentType="application/vnd.openxmlformats-package.relationships+xml"/>
  <Override PartName="/ppt/slides/_rels/slide39.xml.rels" ContentType="application/vnd.openxmlformats-package.relationships+xml"/>
  <Override PartName="/ppt/slides/_rels/slide117.xml.rels" ContentType="application/vnd.openxmlformats-package.relationships+xml"/>
  <Override PartName="/ppt/slides/_rels/slide41.xml.rels" ContentType="application/vnd.openxmlformats-package.relationships+xml"/>
  <Override PartName="/ppt/slides/_rels/slide54.xml.rels" ContentType="application/vnd.openxmlformats-package.relationships+xml"/>
  <Override PartName="/ppt/slides/_rels/slide138.xml.rels" ContentType="application/vnd.openxmlformats-package.relationships+xml"/>
  <Override PartName="/ppt/slides/_rels/slide56.xml.rels" ContentType="application/vnd.openxmlformats-package.relationships+xml"/>
  <Override PartName="/ppt/slides/_rels/slide101.xml.rels" ContentType="application/vnd.openxmlformats-package.relationships+xml"/>
  <Override PartName="/ppt/slides/_rels/slide47.xml.rels" ContentType="application/vnd.openxmlformats-package.relationships+xml"/>
  <Override PartName="/ppt/slides/_rels/slide125.xml.rels" ContentType="application/vnd.openxmlformats-package.relationships+xml"/>
  <Override PartName="/ppt/slides/_rels/slide10.xml.rels" ContentType="application/vnd.openxmlformats-package.relationships+xml"/>
  <Override PartName="/ppt/slides/_rels/slide40.xml.rels" ContentType="application/vnd.openxmlformats-package.relationships+xml"/>
  <Override PartName="/ppt/slides/_rels/slide53.xml.rels" ContentType="application/vnd.openxmlformats-package.relationships+xml"/>
  <Override PartName="/ppt/slides/_rels/slide38.xml.rels" ContentType="application/vnd.openxmlformats-package.relationships+xml"/>
  <Override PartName="/ppt/slides/_rels/slide116.xml.rels" ContentType="application/vnd.openxmlformats-package.relationships+xml"/>
  <Override PartName="/ppt/slides/_rels/slide52.xml.rels" ContentType="application/vnd.openxmlformats-package.relationships+xml"/>
  <Override PartName="/ppt/slides/_rels/slide85.xml.rels" ContentType="application/vnd.openxmlformats-package.relationships+xml"/>
  <Override PartName="/ppt/slides/_rels/slide17.xml.rels" ContentType="application/vnd.openxmlformats-package.relationships+xml"/>
  <Override PartName="/ppt/slides/_rels/slide130.xml.rels" ContentType="application/vnd.openxmlformats-package.relationships+xml"/>
  <Override PartName="/ppt/slides/_rels/slide115.xml.rels" ContentType="application/vnd.openxmlformats-package.relationships+xml"/>
  <Override PartName="/ppt/slides/_rels/slide37.xml.rels" ContentType="application/vnd.openxmlformats-package.relationships+xml"/>
  <Override PartName="/ppt/slides/_rels/slide128.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30.xml.rels" ContentType="application/vnd.openxmlformats-package.relationships+xml"/>
  <Override PartName="/ppt/slides/_rels/slide137.xml.rels" ContentType="application/vnd.openxmlformats-package.relationships+xml"/>
  <Override PartName="/ppt/slides/_rels/slide59.xml.rels" ContentType="application/vnd.openxmlformats-package.relationships+xml"/>
  <Override PartName="/ppt/slides/_rels/slide104.xml.rels" ContentType="application/vnd.openxmlformats-package.relationships+xml"/>
  <Override PartName="/ppt/slides/_rels/slide23.xml.rels" ContentType="application/vnd.openxmlformats-package.relationships+xml"/>
  <Override PartName="/ppt/slides/_rels/slide91.xml.rels" ContentType="application/vnd.openxmlformats-package.relationships+xml"/>
  <Override PartName="/ppt/slides/_rels/slide108.xml.rels" ContentType="application/vnd.openxmlformats-package.relationships+xml"/>
  <Override PartName="/ppt/slides/_rels/slide2.xml.rels" ContentType="application/vnd.openxmlformats-package.relationships+xml"/>
  <Override PartName="/ppt/slides/_rels/slide109.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106.xml.rels" ContentType="application/vnd.openxmlformats-package.relationships+xml"/>
  <Override PartName="/ppt/slides/_rels/slide96.xml.rels" ContentType="application/vnd.openxmlformats-package.relationships+xml"/>
  <Override PartName="/ppt/slides/_rels/slide28.xml.rels" ContentType="application/vnd.openxmlformats-package.relationships+xml"/>
  <Override PartName="/ppt/slides/_rels/slide107.xml.rels" ContentType="application/vnd.openxmlformats-package.relationships+xml"/>
  <Override PartName="/ppt/slides/_rels/slide26.xml.rels" ContentType="application/vnd.openxmlformats-package.relationships+xml"/>
  <Override PartName="/ppt/slides/_rels/slide94.xml.rels" ContentType="application/vnd.openxmlformats-package.relationships+xml"/>
  <Override PartName="/ppt/slides/_rels/slide119.xml.rels" ContentType="application/vnd.openxmlformats-package.relationships+xml"/>
  <Override PartName="/ppt/slides/_rels/slide35.xml.rels" ContentType="application/vnd.openxmlformats-package.relationships+xml"/>
  <Override PartName="/ppt/slides/_rels/slide126.xml.rels" ContentType="application/vnd.openxmlformats-package.relationships+xml"/>
  <Override PartName="/ppt/slides/_rels/slide48.xml.rels" ContentType="application/vnd.openxmlformats-package.relationships+xml"/>
  <Override PartName="/ppt/slides/_rels/slide118.xml.rels" ContentType="application/vnd.openxmlformats-package.relationships+xml"/>
  <Override PartName="/ppt/slides/_rels/slide95.xml.rels" ContentType="application/vnd.openxmlformats-package.relationships+xml"/>
  <Override PartName="/ppt/slides/_rels/slide27.xml.rels" ContentType="application/vnd.openxmlformats-package.relationships+xml"/>
  <Override PartName="/ppt/slides/_rels/slide105.xml.rels" ContentType="application/vnd.openxmlformats-package.relationships+xml"/>
  <Override PartName="/ppt/slides/_rels/slide99.xml.rels" ContentType="application/vnd.openxmlformats-package.relationships+xml"/>
  <Override PartName="/ppt/slides/_rels/slide6.xml.rels" ContentType="application/vnd.openxmlformats-package.relationships+xml"/>
  <Override PartName="/ppt/slides/_rels/slide36.xml.rels" ContentType="application/vnd.openxmlformats-package.relationships+xml"/>
  <Override PartName="/ppt/slides/_rels/slide127.xml.rels" ContentType="application/vnd.openxmlformats-package.relationships+xml"/>
  <Override PartName="/ppt/slides/_rels/slide49.xml.rels" ContentType="application/vnd.openxmlformats-package.relationships+xml"/>
  <Override PartName="/ppt/slides/_rels/slide98.xml.rels" ContentType="application/vnd.openxmlformats-package.relationships+xml"/>
  <Override PartName="/ppt/slides/_rels/slide5.xml.rels" ContentType="application/vnd.openxmlformats-package.relationships+xml"/>
  <Override PartName="/ppt/slides/_rels/slide20.xml.rels" ContentType="application/vnd.openxmlformats-package.relationships+xml"/>
  <Override PartName="/ppt/slides/_rels/slide135.xml.rels" ContentType="application/vnd.openxmlformats-package.relationships+xml"/>
  <Override PartName="/ppt/slides/_rels/slide136.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29.xml.rels" ContentType="application/vnd.openxmlformats-package.relationships+xml"/>
  <Override PartName="/ppt/slides/_rels/slide97.xml.rels" ContentType="application/vnd.openxmlformats-package.relationships+xml"/>
  <Override PartName="/ppt/slides/_rels/slide58.xml.rels" ContentType="application/vnd.openxmlformats-package.relationships+xml"/>
  <Override PartName="/ppt/slides/_rels/slide103.xml.rels" ContentType="application/vnd.openxmlformats-package.relationships+xml"/>
  <Override PartName="/ppt/slides/_rels/slide22.xml.rels" ContentType="application/vnd.openxmlformats-package.relationships+xml"/>
  <Override PartName="/ppt/slides/_rels/slide90.xml.rels" ContentType="application/vnd.openxmlformats-package.relationships+xml"/>
  <Override PartName="/ppt/slides/_rels/slide93.xml.rels" ContentType="application/vnd.openxmlformats-package.relationships+xml"/>
  <Override PartName="/ppt/slides/_rels/slide25.xml.rels" ContentType="application/vnd.openxmlformats-package.relationships+xml"/>
  <Override PartName="/ppt/slides/_rels/slide11.xml.rels" ContentType="application/vnd.openxmlformats-package.relationships+xml"/>
  <Override PartName="/ppt/slides/_rels/slide57.xml.rels" ContentType="application/vnd.openxmlformats-package.relationships+xml"/>
  <Override PartName="/ppt/slides/_rels/slide102.xml.rels" ContentType="application/vnd.openxmlformats-package.relationships+xml"/>
  <Override PartName="/ppt/slides/_rels/slide92.xml.rels" ContentType="application/vnd.openxmlformats-package.relationships+xml"/>
  <Override PartName="/ppt/slides/_rels/slide24.xml.rels" ContentType="application/vnd.openxmlformats-package.relationships+xml"/>
  <Override PartName="/ppt/slides/_rels/slide139.xml.rels" ContentType="application/vnd.openxmlformats-package.relationships+xml"/>
  <Override PartName="/ppt/slides/_rels/slide100.xml.rels" ContentType="application/vnd.openxmlformats-package.relationships+xml"/>
  <Override PartName="/ppt/slides/_rels/slide55.xml.rels" ContentType="application/vnd.openxmlformats-package.relationships+xml"/>
  <Override PartName="/ppt/slides/_rels/slide42.xml.rels" ContentType="application/vnd.openxmlformats-package.relationships+xml"/>
  <Override PartName="/ppt/slides/_rels/slide51.xml.rels" ContentType="application/vnd.openxmlformats-package.relationships+xml"/>
  <Override PartName="/ppt/slides/_rels/slide50.xml.rels" ContentType="application/vnd.openxmlformats-package.relationships+xml"/>
  <Override PartName="/ppt/slides/_rels/slide45.xml.rels" ContentType="application/vnd.openxmlformats-package.relationships+xml"/>
  <Override PartName="/ppt/slides/_rels/slide44.xml.rels" ContentType="application/vnd.openxmlformats-package.relationships+xml"/>
  <Override PartName="/ppt/slides/_rels/slide43.xml.rels" ContentType="application/vnd.openxmlformats-package.relationships+xml"/>
  <Override PartName="/ppt/slides/_rels/slide8.xml.rels" ContentType="application/vnd.openxmlformats-package.relationships+xml"/>
  <Override PartName="/ppt/slides/_rels/slide84.xml.rels" ContentType="application/vnd.openxmlformats-package.relationships+xml"/>
  <Override PartName="/ppt/slides/_rels/slide16.xml.rels" ContentType="application/vnd.openxmlformats-package.relationships+xml"/>
  <Override PartName="/ppt/slides/_rels/slide81.xml.rels" ContentType="application/vnd.openxmlformats-package.relationships+xml"/>
  <Override PartName="/ppt/slides/_rels/slide13.xml.rels" ContentType="application/vnd.openxmlformats-package.relationships+xml"/>
  <Override PartName="/ppt/slides/_rels/slide46.xml.rels" ContentType="application/vnd.openxmlformats-package.relationships+xml"/>
  <Override PartName="/ppt/slides/_rels/slide1.xml.rels" ContentType="application/vnd.openxmlformats-package.relationships+xml"/>
  <Override PartName="/ppt/slides/_rels/slide129.xml.rels" ContentType="application/vnd.openxmlformats-package.relationships+xml"/>
  <Override PartName="/ppt/slides/_rels/slide7.xml.rels" ContentType="application/vnd.openxmlformats-package.relationships+xml"/>
  <Override PartName="/ppt/slides/_rels/slide83.xml.rels" ContentType="application/vnd.openxmlformats-package.relationships+xml"/>
  <Override PartName="/ppt/slides/_rels/slide15.xml.rels" ContentType="application/vnd.openxmlformats-package.relationships+xml"/>
  <Override PartName="/ppt/slides/_rels/slide80.xml.rels" ContentType="application/vnd.openxmlformats-package.relationships+xml"/>
  <Override PartName="/ppt/slides/_rels/slide12.xml.rels" ContentType="application/vnd.openxmlformats-package.relationships+xml"/>
  <Override PartName="/ppt/slides/_rels/slide82.xml.rels" ContentType="application/vnd.openxmlformats-package.relationships+xml"/>
  <Override PartName="/ppt/slides/_rels/slide14.xml.rels" ContentType="application/vnd.openxmlformats-package.relationships+xml"/>
  <Override PartName="/ppt/slides/_rels/slide60.xml.rels" ContentType="application/vnd.openxmlformats-package.relationships+xml"/>
  <Override PartName="/ppt/slides/_rels/slide61.xml.rels" ContentType="application/vnd.openxmlformats-package.relationships+xml"/>
  <Override PartName="/ppt/slides/_rels/slide62.xml.rels" ContentType="application/vnd.openxmlformats-package.relationships+xml"/>
  <Override PartName="/ppt/slides/_rels/slide63.xml.rels" ContentType="application/vnd.openxmlformats-package.relationships+xml"/>
  <Override PartName="/ppt/slides/_rels/slide64.xml.rels" ContentType="application/vnd.openxmlformats-package.relationships+xml"/>
  <Override PartName="/ppt/slides/_rels/slide110.xml.rels" ContentType="application/vnd.openxmlformats-package.relationships+xml"/>
  <Override PartName="/ppt/slides/_rels/slide65.xml.rels" ContentType="application/vnd.openxmlformats-package.relationships+xml"/>
  <Override PartName="/ppt/slides/_rels/slide111.xml.rels" ContentType="application/vnd.openxmlformats-package.relationships+xml"/>
  <Override PartName="/ppt/slides/_rels/slide66.xml.rels" ContentType="application/vnd.openxmlformats-package.relationships+xml"/>
  <Override PartName="/ppt/slides/_rels/slide112.xml.rels" ContentType="application/vnd.openxmlformats-package.relationships+xml"/>
  <Override PartName="/ppt/slides/_rels/slide67.xml.rels" ContentType="application/vnd.openxmlformats-package.relationships+xml"/>
  <Override PartName="/ppt/slides/_rels/slide113.xml.rels" ContentType="application/vnd.openxmlformats-package.relationships+xml"/>
  <Override PartName="/ppt/slides/_rels/slide68.xml.rels" ContentType="application/vnd.openxmlformats-package.relationships+xml"/>
  <Override PartName="/ppt/slides/_rels/slide114.xml.rels" ContentType="application/vnd.openxmlformats-package.relationships+xml"/>
  <Override PartName="/ppt/slides/_rels/slide69.xml.rels" ContentType="application/vnd.openxmlformats-package.relationships+xml"/>
  <Override PartName="/ppt/slides/_rels/slide70.xml.rels" ContentType="application/vnd.openxmlformats-package.relationships+xml"/>
  <Override PartName="/ppt/slides/_rels/slide71.xml.rels" ContentType="application/vnd.openxmlformats-package.relationships+xml"/>
  <Override PartName="/ppt/slides/_rels/slide72.xml.rels" ContentType="application/vnd.openxmlformats-package.relationships+xml"/>
  <Override PartName="/ppt/slides/_rels/slide73.xml.rels" ContentType="application/vnd.openxmlformats-package.relationships+xml"/>
  <Override PartName="/ppt/slides/_rels/slide74.xml.rels" ContentType="application/vnd.openxmlformats-package.relationships+xml"/>
  <Override PartName="/ppt/slides/_rels/slide120.xml.rels" ContentType="application/vnd.openxmlformats-package.relationships+xml"/>
  <Override PartName="/ppt/slides/_rels/slide75.xml.rels" ContentType="application/vnd.openxmlformats-package.relationships+xml"/>
  <Override PartName="/ppt/slides/_rels/slide121.xml.rels" ContentType="application/vnd.openxmlformats-package.relationships+xml"/>
  <Override PartName="/ppt/slides/_rels/slide76.xml.rels" ContentType="application/vnd.openxmlformats-package.relationships+xml"/>
  <Override PartName="/ppt/slides/_rels/slide122.xml.rels" ContentType="application/vnd.openxmlformats-package.relationships+xml"/>
  <Override PartName="/ppt/slides/_rels/slide77.xml.rels" ContentType="application/vnd.openxmlformats-package.relationships+xml"/>
  <Override PartName="/ppt/slides/_rels/slide123.xml.rels" ContentType="application/vnd.openxmlformats-package.relationships+xml"/>
  <Override PartName="/ppt/slides/_rels/slide78.xml.rels" ContentType="application/vnd.openxmlformats-package.relationships+xml"/>
  <Override PartName="/ppt/slides/_rels/slide124.xml.rels" ContentType="application/vnd.openxmlformats-package.relationships+xml"/>
  <Override PartName="/ppt/slides/_rels/slide79.xml.rels" ContentType="application/vnd.openxmlformats-package.relationships+xml"/>
  <Override PartName="/ppt/slides/slide127.xml" ContentType="application/vnd.openxmlformats-officedocument.presentationml.slide+xml"/>
  <Override PartName="/ppt/slides/slide126.xml" ContentType="application/vnd.openxmlformats-officedocument.presentationml.slide+xml"/>
  <Override PartName="/ppt/slides/slide119.xml" ContentType="application/vnd.openxmlformats-officedocument.presentationml.slide+xml"/>
  <Override PartName="/ppt/slides/slide118.xml" ContentType="application/vnd.openxmlformats-officedocument.presentationml.slide+xml"/>
  <Override PartName="/ppt/slides/slide117.xml" ContentType="application/vnd.openxmlformats-officedocument.presentationml.slide+xml"/>
  <Override PartName="/ppt/slides/slide116.xml" ContentType="application/vnd.openxmlformats-officedocument.presentationml.slide+xml"/>
  <Override PartName="/ppt/slides/slide109.xml" ContentType="application/vnd.openxmlformats-officedocument.presentationml.slide+xml"/>
  <Override PartName="/ppt/slides/slide108.xml" ContentType="application/vnd.openxmlformats-officedocument.presentationml.slide+xml"/>
  <Override PartName="/ppt/slides/slide107.xml" ContentType="application/vnd.openxmlformats-officedocument.presentationml.slide+xml"/>
  <Override PartName="/ppt/slides/slide106.xml" ContentType="application/vnd.openxmlformats-officedocument.presentationml.slide+xml"/>
  <Override PartName="/ppt/slides/slide95.xml" ContentType="application/vnd.openxmlformats-officedocument.presentationml.slide+xml"/>
  <Override PartName="/ppt/slides/slide27.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9.xml" ContentType="application/vnd.openxmlformats-officedocument.presentationml.slide+xml"/>
  <Override PartName="/ppt/slides/slide98.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03.xml" ContentType="application/vnd.openxmlformats-officedocument.presentationml.slide+xml"/>
  <Override PartName="/ppt/slides/slide99.xml" ContentType="application/vnd.openxmlformats-officedocument.presentationml.slide+xml"/>
  <Override PartName="/ppt/slides/slide4.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104.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90.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10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128.xml" ContentType="application/vnd.openxmlformats-officedocument.presentationml.slide+xml"/>
  <Override PartName="/ppt/slides/slide130.xml" ContentType="application/vnd.openxmlformats-officedocument.presentationml.slide+xml"/>
  <Override PartName="/ppt/slides/slide50.xml" ContentType="application/vnd.openxmlformats-officedocument.presentationml.slide+xml"/>
  <Override PartName="/ppt/slides/slide129.xml" ContentType="application/vnd.openxmlformats-officedocument.presentationml.slide+xml"/>
  <Override PartName="/ppt/slides/slide131.xml" ContentType="application/vnd.openxmlformats-officedocument.presentationml.slide+xml"/>
  <Override PartName="/ppt/slides/slide51.xml" ContentType="application/vnd.openxmlformats-officedocument.presentationml.slide+xml"/>
  <Override PartName="/ppt/slides/slide56.xml" ContentType="application/vnd.openxmlformats-officedocument.presentationml.slide+xml"/>
  <Override PartName="/ppt/slides/slide102.xml" ContentType="application/vnd.openxmlformats-officedocument.presentationml.slide+xml"/>
  <Override PartName="/ppt/slides/slide136.xml" ContentType="application/vnd.openxmlformats-officedocument.presentationml.slide+xml"/>
  <Override PartName="/ppt/slides/slide132.xml" ContentType="application/vnd.openxmlformats-officedocument.presentationml.slide+xml"/>
  <Override PartName="/ppt/slides/slide52.xml" ContentType="application/vnd.openxmlformats-officedocument.presentationml.slide+xml"/>
  <Override PartName="/ppt/slides/slide133.xml" ContentType="application/vnd.openxmlformats-officedocument.presentationml.slide+xml"/>
  <Override PartName="/ppt/slides/slide19.xml" ContentType="application/vnd.openxmlformats-officedocument.presentationml.slide+xml"/>
  <Override PartName="/ppt/slides/slide87.xml" ContentType="application/vnd.openxmlformats-officedocument.presentationml.slide+xml"/>
  <Override PartName="/ppt/slides/slide53.xml" ContentType="application/vnd.openxmlformats-officedocument.presentationml.slide+xml"/>
  <Override PartName="/ppt/slides/slide134.xml" ContentType="application/vnd.openxmlformats-officedocument.presentationml.slide+xml"/>
  <Override PartName="/ppt/slides/slide88.xml" ContentType="application/vnd.openxmlformats-officedocument.presentationml.slide+xml"/>
  <Override PartName="/ppt/slides/slide54.xml" ContentType="application/vnd.openxmlformats-officedocument.presentationml.slide+xml"/>
  <Override PartName="/ppt/slides/slide100.xml" ContentType="application/vnd.openxmlformats-officedocument.presentationml.slide+xml"/>
  <Override PartName="/ppt/slides/slide135.xml" ContentType="application/vnd.openxmlformats-officedocument.presentationml.slide+xml"/>
  <Override PartName="/ppt/slides/slide89.xml" ContentType="application/vnd.openxmlformats-officedocument.presentationml.slide+xml"/>
  <Override PartName="/ppt/slides/slide55.xml" ContentType="application/vnd.openxmlformats-officedocument.presentationml.slide+xml"/>
  <Override PartName="/ppt/slides/slide101.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84.xml" ContentType="application/vnd.openxmlformats-officedocument.presentationml.slide+xml"/>
  <Override PartName="/ppt/slides/slide16.xml" ContentType="application/vnd.openxmlformats-officedocument.presentationml.slide+xml"/>
  <Override PartName="/ppt/slides/slide81.xml" ContentType="application/vnd.openxmlformats-officedocument.presentationml.slide+xml"/>
  <Override PartName="/ppt/slides/slide13.xml" ContentType="application/vnd.openxmlformats-officedocument.presentationml.slide+xml"/>
  <Override PartName="/ppt/slides/slide4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86.xml" ContentType="application/vnd.openxmlformats-officedocument.presentationml.slide+xml"/>
  <Override PartName="/ppt/slides/slide18.xml" ContentType="application/vnd.openxmlformats-officedocument.presentationml.slide+xml"/>
  <Override PartName="/ppt/slides/slide83.xml" ContentType="application/vnd.openxmlformats-officedocument.presentationml.slide+xml"/>
  <Override PartName="/ppt/slides/slide15.xml" ContentType="application/vnd.openxmlformats-officedocument.presentationml.slide+xml"/>
  <Override PartName="/ppt/slides/slide80.xml" ContentType="application/vnd.openxmlformats-officedocument.presentationml.slide+xml"/>
  <Override PartName="/ppt/slides/slide12.xml" ContentType="application/vnd.openxmlformats-officedocument.presentationml.slide+xml"/>
  <Override PartName="/ppt/slides/slide6.xml" ContentType="application/vnd.openxmlformats-officedocument.presentationml.slide+xml"/>
  <Override PartName="/ppt/slides/slide85.xml" ContentType="application/vnd.openxmlformats-officedocument.presentationml.slide+xml"/>
  <Override PartName="/ppt/slides/slide17.xml" ContentType="application/vnd.openxmlformats-officedocument.presentationml.slide+xml"/>
  <Override PartName="/ppt/slides/slide82.xml" ContentType="application/vnd.openxmlformats-officedocument.presentationml.slide+xml"/>
  <Override PartName="/ppt/slides/slide14.xml" ContentType="application/vnd.openxmlformats-officedocument.presentationml.slide+xml"/>
  <Override PartName="/ppt/slides/slide23.xml" ContentType="application/vnd.openxmlformats-officedocument.presentationml.slide+xml"/>
  <Override PartName="/ppt/slides/slide91.xml" ContentType="application/vnd.openxmlformats-officedocument.presentationml.slide+xml"/>
  <Override PartName="/ppt/slides/slide24.xml" ContentType="application/vnd.openxmlformats-officedocument.presentationml.slide+xml"/>
  <Override PartName="/ppt/slides/slide92.xml" ContentType="application/vnd.openxmlformats-officedocument.presentationml.slide+xml"/>
  <Override PartName="/ppt/slides/slide96.xml" ContentType="application/vnd.openxmlformats-officedocument.presentationml.slide+xml"/>
  <Override PartName="/ppt/slides/slide28.xml" ContentType="application/vnd.openxmlformats-officedocument.presentationml.slide+xml"/>
  <Override PartName="/ppt/slides/slide25.xml" ContentType="application/vnd.openxmlformats-officedocument.presentationml.slide+xml"/>
  <Override PartName="/ppt/slides/slide93.xml" ContentType="application/vnd.openxmlformats-officedocument.presentationml.slide+xml"/>
  <Override PartName="/ppt/slides/slide97.xml" ContentType="application/vnd.openxmlformats-officedocument.presentationml.slide+xml"/>
  <Override PartName="/ppt/slides/slide29.xml" ContentType="application/vnd.openxmlformats-officedocument.presentationml.slide+xml"/>
  <Override PartName="/ppt/slides/slide26.xml" ContentType="application/vnd.openxmlformats-officedocument.presentationml.slide+xml"/>
  <Override PartName="/ppt/slides/slide94.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110.xml" ContentType="application/vnd.openxmlformats-officedocument.presentationml.slide+xml"/>
  <Override PartName="/ppt/slides/slide65.xml" ContentType="application/vnd.openxmlformats-officedocument.presentationml.slide+xml"/>
  <Override PartName="/ppt/slides/slide111.xml" ContentType="application/vnd.openxmlformats-officedocument.presentationml.slide+xml"/>
  <Override PartName="/ppt/slides/slide66.xml" ContentType="application/vnd.openxmlformats-officedocument.presentationml.slide+xml"/>
  <Override PartName="/ppt/slides/slide112.xml" ContentType="application/vnd.openxmlformats-officedocument.presentationml.slide+xml"/>
  <Override PartName="/ppt/slides/slide67.xml" ContentType="application/vnd.openxmlformats-officedocument.presentationml.slide+xml"/>
  <Override PartName="/ppt/slides/slide113.xml" ContentType="application/vnd.openxmlformats-officedocument.presentationml.slide+xml"/>
  <Override PartName="/ppt/slides/slide68.xml" ContentType="application/vnd.openxmlformats-officedocument.presentationml.slide+xml"/>
  <Override PartName="/ppt/slides/slide114.xml" ContentType="application/vnd.openxmlformats-officedocument.presentationml.slide+xml"/>
  <Override PartName="/ppt/slides/slide69.xml" ContentType="application/vnd.openxmlformats-officedocument.presentationml.slide+xml"/>
  <Override PartName="/ppt/slides/slide115.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120.xml" ContentType="application/vnd.openxmlformats-officedocument.presentationml.slide+xml"/>
  <Override PartName="/ppt/slides/slide75.xml" ContentType="application/vnd.openxmlformats-officedocument.presentationml.slide+xml"/>
  <Override PartName="/ppt/slides/slide121.xml" ContentType="application/vnd.openxmlformats-officedocument.presentationml.slide+xml"/>
  <Override PartName="/ppt/slides/slide76.xml" ContentType="application/vnd.openxmlformats-officedocument.presentationml.slide+xml"/>
  <Override PartName="/ppt/slides/slide122.xml" ContentType="application/vnd.openxmlformats-officedocument.presentationml.slide+xml"/>
  <Override PartName="/ppt/slides/slide77.xml" ContentType="application/vnd.openxmlformats-officedocument.presentationml.slide+xml"/>
  <Override PartName="/ppt/slides/slide123.xml" ContentType="application/vnd.openxmlformats-officedocument.presentationml.slide+xml"/>
  <Override PartName="/ppt/slides/slide78.xml" ContentType="application/vnd.openxmlformats-officedocument.presentationml.slide+xml"/>
  <Override PartName="/ppt/slides/slide124.xml" ContentType="application/vnd.openxmlformats-officedocument.presentationml.slide+xml"/>
  <Override PartName="/ppt/slides/slide79.xml" ContentType="application/vnd.openxmlformats-officedocument.presentationml.slide+xml"/>
  <Override PartName="/ppt/slides/slide125.xml" ContentType="application/vnd.openxmlformats-officedocument.presentationml.slide+xml"/>
  <Override PartName="/ppt/media/image28.png" ContentType="image/png"/>
  <Override PartName="/ppt/media/image27.png" ContentType="image/png"/>
  <Override PartName="/ppt/media/image30.wmf" ContentType="image/x-wmf"/>
  <Override PartName="/ppt/media/image26.png" ContentType="image/png"/>
  <Override PartName="/ppt/media/image25.png" ContentType="image/png"/>
  <Override PartName="/ppt/media/image24.png" ContentType="image/png"/>
  <Override PartName="/ppt/media/image23.png" ContentType="image/png"/>
  <Override PartName="/ppt/media/image22.png" ContentType="image/png"/>
  <Override PartName="/ppt/media/image17.png" ContentType="image/png"/>
  <Override PartName="/ppt/media/image8.png" ContentType="image/png"/>
  <Override PartName="/ppt/media/image12.png" ContentType="image/png"/>
  <Override PartName="/ppt/media/image11.png" ContentType="image/png"/>
  <Override PartName="/ppt/media/image3.png" ContentType="image/png"/>
  <Override PartName="/ppt/media/image35.png" ContentType="image/png"/>
  <Override PartName="/ppt/media/image18.png" ContentType="image/png"/>
  <Override PartName="/ppt/media/image9.png" ContentType="image/png"/>
  <Override PartName="/ppt/media/image20.png" ContentType="image/png"/>
  <Override PartName="/ppt/media/image13.png" ContentType="image/png"/>
  <Override PartName="/ppt/media/image36.png" ContentType="image/png"/>
  <Override PartName="/ppt/media/image4.png" ContentType="image/png"/>
  <Override PartName="/ppt/media/image32.png" ContentType="image/png"/>
  <Override PartName="/ppt/media/image2.png" ContentType="image/png"/>
  <Override PartName="/ppt/media/image34.png" ContentType="image/png"/>
  <Override PartName="/ppt/media/image39.png" ContentType="image/png"/>
  <Override PartName="/ppt/media/image7.png" ContentType="image/png"/>
  <Override PartName="/ppt/media/image16.png" ContentType="image/png"/>
  <Override PartName="/ppt/media/image1.png" ContentType="image/png"/>
  <Override PartName="/ppt/media/image33.png" ContentType="image/png"/>
  <Override PartName="/ppt/media/image38.png" ContentType="image/png"/>
  <Override PartName="/ppt/media/image6.png" ContentType="image/png"/>
  <Override PartName="/ppt/media/image15.png" ContentType="image/png"/>
  <Override PartName="/ppt/media/image37.png" ContentType="image/png"/>
  <Override PartName="/ppt/media/image5.png" ContentType="image/png"/>
  <Override PartName="/ppt/media/image14.png" ContentType="image/png"/>
  <Override PartName="/ppt/media/image19.png" ContentType="image/png"/>
  <Override PartName="/ppt/media/image21.png" ContentType="image/png"/>
  <Override PartName="/ppt/media/image10.png" ContentType="image/png"/>
  <Override PartName="/ppt/media/image31.wmf" ContentType="image/x-wmf"/>
  <Override PartName="/ppt/media/image29.png" ContentType="image/png"/>
  <Override PartName="/customXml/itemProps4.xml" ContentType="application/vnd.openxmlformats-officedocument.customXmlProperties+xml"/>
  <Override PartName="/customXml/itemProps5.xml" ContentType="application/vnd.openxmlformats-officedocument.customXmlProperties+xml"/>
  <Override PartName="/ppt/_rels/presentation.xml.rels" ContentType="application/vnd.openxmlformats-package.relationships+xml"/>
  <Override PartName="/customXml/itemProps6.xml" ContentType="application/vnd.openxmlformats-officedocument.customXml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 id="307" r:id="rId65"/>
    <p:sldId id="308" r:id="rId66"/>
    <p:sldId id="309" r:id="rId67"/>
    <p:sldId id="310" r:id="rId68"/>
    <p:sldId id="311" r:id="rId69"/>
    <p:sldId id="312" r:id="rId70"/>
    <p:sldId id="313" r:id="rId71"/>
    <p:sldId id="314" r:id="rId72"/>
    <p:sldId id="315" r:id="rId73"/>
    <p:sldId id="316" r:id="rId74"/>
    <p:sldId id="317" r:id="rId75"/>
    <p:sldId id="318" r:id="rId76"/>
    <p:sldId id="319" r:id="rId77"/>
    <p:sldId id="320" r:id="rId78"/>
    <p:sldId id="321" r:id="rId79"/>
    <p:sldId id="322" r:id="rId80"/>
    <p:sldId id="323" r:id="rId81"/>
    <p:sldId id="324" r:id="rId82"/>
    <p:sldId id="325" r:id="rId83"/>
    <p:sldId id="326" r:id="rId84"/>
    <p:sldId id="327" r:id="rId85"/>
    <p:sldId id="328" r:id="rId86"/>
    <p:sldId id="329" r:id="rId87"/>
    <p:sldId id="330" r:id="rId88"/>
    <p:sldId id="331" r:id="rId89"/>
    <p:sldId id="332" r:id="rId90"/>
    <p:sldId id="333" r:id="rId91"/>
    <p:sldId id="334" r:id="rId92"/>
    <p:sldId id="335" r:id="rId93"/>
    <p:sldId id="336" r:id="rId94"/>
    <p:sldId id="337" r:id="rId95"/>
    <p:sldId id="338" r:id="rId96"/>
    <p:sldId id="339" r:id="rId97"/>
    <p:sldId id="340" r:id="rId98"/>
    <p:sldId id="341" r:id="rId99"/>
    <p:sldId id="342" r:id="rId100"/>
    <p:sldId id="343" r:id="rId101"/>
    <p:sldId id="344" r:id="rId102"/>
    <p:sldId id="345" r:id="rId103"/>
    <p:sldId id="346" r:id="rId104"/>
    <p:sldId id="347" r:id="rId105"/>
    <p:sldId id="348" r:id="rId106"/>
    <p:sldId id="349" r:id="rId107"/>
    <p:sldId id="350" r:id="rId108"/>
    <p:sldId id="351" r:id="rId109"/>
    <p:sldId id="352" r:id="rId110"/>
    <p:sldId id="353" r:id="rId111"/>
    <p:sldId id="354" r:id="rId112"/>
    <p:sldId id="355" r:id="rId113"/>
    <p:sldId id="356" r:id="rId114"/>
    <p:sldId id="357" r:id="rId115"/>
    <p:sldId id="358" r:id="rId116"/>
    <p:sldId id="359" r:id="rId117"/>
    <p:sldId id="360" r:id="rId118"/>
    <p:sldId id="361" r:id="rId119"/>
    <p:sldId id="362" r:id="rId120"/>
    <p:sldId id="363" r:id="rId121"/>
    <p:sldId id="364" r:id="rId122"/>
    <p:sldId id="365" r:id="rId123"/>
    <p:sldId id="366" r:id="rId124"/>
    <p:sldId id="367" r:id="rId125"/>
    <p:sldId id="368" r:id="rId126"/>
    <p:sldId id="369" r:id="rId127"/>
    <p:sldId id="370" r:id="rId128"/>
    <p:sldId id="371" r:id="rId129"/>
    <p:sldId id="372" r:id="rId130"/>
    <p:sldId id="373" r:id="rId131"/>
    <p:sldId id="374" r:id="rId132"/>
    <p:sldId id="375" r:id="rId133"/>
    <p:sldId id="376" r:id="rId134"/>
    <p:sldId id="377" r:id="rId135"/>
    <p:sldId id="378" r:id="rId136"/>
    <p:sldId id="379" r:id="rId137"/>
    <p:sldId id="380" r:id="rId138"/>
    <p:sldId id="381" r:id="rId139"/>
    <p:sldId id="382" r:id="rId140"/>
    <p:sldId id="383" r:id="rId141"/>
    <p:sldId id="384" r:id="rId142"/>
    <p:sldId id="385" r:id="rId143"/>
    <p:sldId id="386" r:id="rId144"/>
    <p:sldId id="387" r:id="rId145"/>
    <p:sldId id="388" r:id="rId146"/>
    <p:sldId id="389" r:id="rId147"/>
    <p:sldId id="390" r:id="rId148"/>
    <p:sldId id="391" r:id="rId149"/>
    <p:sldId id="392" r:id="rId150"/>
    <p:sldId id="393" r:id="rId151"/>
    <p:sldId id="394" r:id="rId152"/>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17" Type="http://schemas.openxmlformats.org/officeDocument/2006/relationships/slide" Target="slides/slide104.xml"/><Relationship Id="rId21" Type="http://schemas.openxmlformats.org/officeDocument/2006/relationships/slide" Target="slides/slide8.xml"/><Relationship Id="rId42" Type="http://schemas.openxmlformats.org/officeDocument/2006/relationships/slide" Target="slides/slide29.xml"/><Relationship Id="rId63" Type="http://schemas.openxmlformats.org/officeDocument/2006/relationships/slide" Target="slides/slide50.xml"/><Relationship Id="rId84" Type="http://schemas.openxmlformats.org/officeDocument/2006/relationships/slide" Target="slides/slide71.xml"/><Relationship Id="rId138" Type="http://schemas.openxmlformats.org/officeDocument/2006/relationships/slide" Target="slides/slide125.xml"/><Relationship Id="rId107" Type="http://schemas.openxmlformats.org/officeDocument/2006/relationships/slide" Target="slides/slide94.xml"/><Relationship Id="rId11" Type="http://schemas.openxmlformats.org/officeDocument/2006/relationships/slideMaster" Target="slideMasters/slideMaster10.xml"/><Relationship Id="rId32" Type="http://schemas.openxmlformats.org/officeDocument/2006/relationships/slide" Target="slides/slide19.xml"/><Relationship Id="rId53" Type="http://schemas.openxmlformats.org/officeDocument/2006/relationships/slide" Target="slides/slide40.xml"/><Relationship Id="rId74" Type="http://schemas.openxmlformats.org/officeDocument/2006/relationships/slide" Target="slides/slide61.xml"/><Relationship Id="rId128" Type="http://schemas.openxmlformats.org/officeDocument/2006/relationships/slide" Target="slides/slide115.xml"/><Relationship Id="rId149" Type="http://schemas.openxmlformats.org/officeDocument/2006/relationships/slide" Target="slides/slide136.xml"/><Relationship Id="rId5" Type="http://schemas.openxmlformats.org/officeDocument/2006/relationships/slideMaster" Target="slideMasters/slideMaster4.xml"/><Relationship Id="rId95" Type="http://schemas.openxmlformats.org/officeDocument/2006/relationships/slide" Target="slides/slide82.xml"/><Relationship Id="rId22" Type="http://schemas.openxmlformats.org/officeDocument/2006/relationships/slide" Target="slides/slide9.xml"/><Relationship Id="rId27" Type="http://schemas.openxmlformats.org/officeDocument/2006/relationships/slide" Target="slides/slide14.xml"/><Relationship Id="rId43" Type="http://schemas.openxmlformats.org/officeDocument/2006/relationships/slide" Target="slides/slide30.xml"/><Relationship Id="rId48" Type="http://schemas.openxmlformats.org/officeDocument/2006/relationships/slide" Target="slides/slide35.xml"/><Relationship Id="rId64" Type="http://schemas.openxmlformats.org/officeDocument/2006/relationships/slide" Target="slides/slide51.xml"/><Relationship Id="rId69" Type="http://schemas.openxmlformats.org/officeDocument/2006/relationships/slide" Target="slides/slide56.xml"/><Relationship Id="rId113" Type="http://schemas.openxmlformats.org/officeDocument/2006/relationships/slide" Target="slides/slide100.xml"/><Relationship Id="rId118" Type="http://schemas.openxmlformats.org/officeDocument/2006/relationships/slide" Target="slides/slide105.xml"/><Relationship Id="rId134" Type="http://schemas.openxmlformats.org/officeDocument/2006/relationships/slide" Target="slides/slide121.xml"/><Relationship Id="rId139" Type="http://schemas.openxmlformats.org/officeDocument/2006/relationships/slide" Target="slides/slide126.xml"/><Relationship Id="rId80" Type="http://schemas.openxmlformats.org/officeDocument/2006/relationships/slide" Target="slides/slide67.xml"/><Relationship Id="rId85" Type="http://schemas.openxmlformats.org/officeDocument/2006/relationships/slide" Target="slides/slide72.xml"/><Relationship Id="rId150" Type="http://schemas.openxmlformats.org/officeDocument/2006/relationships/slide" Target="slides/slide137.xml"/><Relationship Id="rId155" Type="http://schemas.openxmlformats.org/officeDocument/2006/relationships/customXml" Target="../customXml/item5.xml"/><Relationship Id="rId12" Type="http://schemas.openxmlformats.org/officeDocument/2006/relationships/slideMaster" Target="slideMasters/slideMaster11.xml"/><Relationship Id="rId17" Type="http://schemas.openxmlformats.org/officeDocument/2006/relationships/slide" Target="slides/slide4.xml"/><Relationship Id="rId33" Type="http://schemas.openxmlformats.org/officeDocument/2006/relationships/slide" Target="slides/slide20.xml"/><Relationship Id="rId38" Type="http://schemas.openxmlformats.org/officeDocument/2006/relationships/slide" Target="slides/slide25.xml"/><Relationship Id="rId59" Type="http://schemas.openxmlformats.org/officeDocument/2006/relationships/slide" Target="slides/slide46.xml"/><Relationship Id="rId103" Type="http://schemas.openxmlformats.org/officeDocument/2006/relationships/slide" Target="slides/slide90.xml"/><Relationship Id="rId108" Type="http://schemas.openxmlformats.org/officeDocument/2006/relationships/slide" Target="slides/slide95.xml"/><Relationship Id="rId124" Type="http://schemas.openxmlformats.org/officeDocument/2006/relationships/slide" Target="slides/slide111.xml"/><Relationship Id="rId129" Type="http://schemas.openxmlformats.org/officeDocument/2006/relationships/slide" Target="slides/slide116.xml"/><Relationship Id="rId54" Type="http://schemas.openxmlformats.org/officeDocument/2006/relationships/slide" Target="slides/slide41.xml"/><Relationship Id="rId70" Type="http://schemas.openxmlformats.org/officeDocument/2006/relationships/slide" Target="slides/slide57.xml"/><Relationship Id="rId75" Type="http://schemas.openxmlformats.org/officeDocument/2006/relationships/slide" Target="slides/slide62.xml"/><Relationship Id="rId91" Type="http://schemas.openxmlformats.org/officeDocument/2006/relationships/slide" Target="slides/slide78.xml"/><Relationship Id="rId96" Type="http://schemas.openxmlformats.org/officeDocument/2006/relationships/slide" Target="slides/slide83.xml"/><Relationship Id="rId140" Type="http://schemas.openxmlformats.org/officeDocument/2006/relationships/slide" Target="slides/slide127.xml"/><Relationship Id="rId145" Type="http://schemas.openxmlformats.org/officeDocument/2006/relationships/slide" Target="slides/slide132.xml"/><Relationship Id="rId1" Type="http://schemas.openxmlformats.org/officeDocument/2006/relationships/theme" Target="theme/theme1.xml"/><Relationship Id="rId6" Type="http://schemas.openxmlformats.org/officeDocument/2006/relationships/slideMaster" Target="slideMasters/slideMaster5.xml"/><Relationship Id="rId23" Type="http://schemas.openxmlformats.org/officeDocument/2006/relationships/slide" Target="slides/slide10.xml"/><Relationship Id="rId28" Type="http://schemas.openxmlformats.org/officeDocument/2006/relationships/slide" Target="slides/slide15.xml"/><Relationship Id="rId49" Type="http://schemas.openxmlformats.org/officeDocument/2006/relationships/slide" Target="slides/slide36.xml"/><Relationship Id="rId114" Type="http://schemas.openxmlformats.org/officeDocument/2006/relationships/slide" Target="slides/slide101.xml"/><Relationship Id="rId119" Type="http://schemas.openxmlformats.org/officeDocument/2006/relationships/slide" Target="slides/slide106.xml"/><Relationship Id="rId44" Type="http://schemas.openxmlformats.org/officeDocument/2006/relationships/slide" Target="slides/slide31.xml"/><Relationship Id="rId60" Type="http://schemas.openxmlformats.org/officeDocument/2006/relationships/slide" Target="slides/slide47.xml"/><Relationship Id="rId65" Type="http://schemas.openxmlformats.org/officeDocument/2006/relationships/slide" Target="slides/slide52.xml"/><Relationship Id="rId81" Type="http://schemas.openxmlformats.org/officeDocument/2006/relationships/slide" Target="slides/slide68.xml"/><Relationship Id="rId86" Type="http://schemas.openxmlformats.org/officeDocument/2006/relationships/slide" Target="slides/slide73.xml"/><Relationship Id="rId130" Type="http://schemas.openxmlformats.org/officeDocument/2006/relationships/slide" Target="slides/slide117.xml"/><Relationship Id="rId135" Type="http://schemas.openxmlformats.org/officeDocument/2006/relationships/slide" Target="slides/slide122.xml"/><Relationship Id="rId151" Type="http://schemas.openxmlformats.org/officeDocument/2006/relationships/slide" Target="slides/slide138.xml"/><Relationship Id="rId156" Type="http://schemas.openxmlformats.org/officeDocument/2006/relationships/customXml" Target="../customXml/item6.xml"/><Relationship Id="rId13" Type="http://schemas.openxmlformats.org/officeDocument/2006/relationships/slideMaster" Target="slideMasters/slideMaster12.xml"/><Relationship Id="rId18" Type="http://schemas.openxmlformats.org/officeDocument/2006/relationships/slide" Target="slides/slide5.xml"/><Relationship Id="rId39" Type="http://schemas.openxmlformats.org/officeDocument/2006/relationships/slide" Target="slides/slide26.xml"/><Relationship Id="rId109" Type="http://schemas.openxmlformats.org/officeDocument/2006/relationships/slide" Target="slides/slide96.xml"/><Relationship Id="rId34" Type="http://schemas.openxmlformats.org/officeDocument/2006/relationships/slide" Target="slides/slide21.xml"/><Relationship Id="rId50" Type="http://schemas.openxmlformats.org/officeDocument/2006/relationships/slide" Target="slides/slide37.xml"/><Relationship Id="rId55" Type="http://schemas.openxmlformats.org/officeDocument/2006/relationships/slide" Target="slides/slide42.xml"/><Relationship Id="rId76" Type="http://schemas.openxmlformats.org/officeDocument/2006/relationships/slide" Target="slides/slide63.xml"/><Relationship Id="rId97" Type="http://schemas.openxmlformats.org/officeDocument/2006/relationships/slide" Target="slides/slide84.xml"/><Relationship Id="rId104" Type="http://schemas.openxmlformats.org/officeDocument/2006/relationships/slide" Target="slides/slide91.xml"/><Relationship Id="rId120" Type="http://schemas.openxmlformats.org/officeDocument/2006/relationships/slide" Target="slides/slide107.xml"/><Relationship Id="rId125" Type="http://schemas.openxmlformats.org/officeDocument/2006/relationships/slide" Target="slides/slide112.xml"/><Relationship Id="rId141" Type="http://schemas.openxmlformats.org/officeDocument/2006/relationships/slide" Target="slides/slide128.xml"/><Relationship Id="rId146" Type="http://schemas.openxmlformats.org/officeDocument/2006/relationships/slide" Target="slides/slide133.xml"/><Relationship Id="rId7" Type="http://schemas.openxmlformats.org/officeDocument/2006/relationships/slideMaster" Target="slideMasters/slideMaster6.xml"/><Relationship Id="rId71" Type="http://schemas.openxmlformats.org/officeDocument/2006/relationships/slide" Target="slides/slide58.xml"/><Relationship Id="rId92" Type="http://schemas.openxmlformats.org/officeDocument/2006/relationships/slide" Target="slides/slide79.xml"/><Relationship Id="rId2" Type="http://schemas.openxmlformats.org/officeDocument/2006/relationships/slideMaster" Target="slideMasters/slideMaster1.xml"/><Relationship Id="rId29" Type="http://schemas.openxmlformats.org/officeDocument/2006/relationships/slide" Target="slides/slide16.xml"/><Relationship Id="rId24" Type="http://schemas.openxmlformats.org/officeDocument/2006/relationships/slide" Target="slides/slide11.xml"/><Relationship Id="rId40" Type="http://schemas.openxmlformats.org/officeDocument/2006/relationships/slide" Target="slides/slide27.xml"/><Relationship Id="rId45" Type="http://schemas.openxmlformats.org/officeDocument/2006/relationships/slide" Target="slides/slide32.xml"/><Relationship Id="rId66" Type="http://schemas.openxmlformats.org/officeDocument/2006/relationships/slide" Target="slides/slide53.xml"/><Relationship Id="rId87" Type="http://schemas.openxmlformats.org/officeDocument/2006/relationships/slide" Target="slides/slide74.xml"/><Relationship Id="rId110" Type="http://schemas.openxmlformats.org/officeDocument/2006/relationships/slide" Target="slides/slide97.xml"/><Relationship Id="rId115" Type="http://schemas.openxmlformats.org/officeDocument/2006/relationships/slide" Target="slides/slide102.xml"/><Relationship Id="rId131" Type="http://schemas.openxmlformats.org/officeDocument/2006/relationships/slide" Target="slides/slide118.xml"/><Relationship Id="rId136" Type="http://schemas.openxmlformats.org/officeDocument/2006/relationships/slide" Target="slides/slide123.xml"/><Relationship Id="rId61" Type="http://schemas.openxmlformats.org/officeDocument/2006/relationships/slide" Target="slides/slide48.xml"/><Relationship Id="rId82" Type="http://schemas.openxmlformats.org/officeDocument/2006/relationships/slide" Target="slides/slide69.xml"/><Relationship Id="rId152" Type="http://schemas.openxmlformats.org/officeDocument/2006/relationships/slide" Target="slides/slide139.xml"/><Relationship Id="rId19" Type="http://schemas.openxmlformats.org/officeDocument/2006/relationships/slide" Target="slides/slide6.xml"/><Relationship Id="rId14" Type="http://schemas.openxmlformats.org/officeDocument/2006/relationships/slide" Target="slides/slide1.xml"/><Relationship Id="rId30" Type="http://schemas.openxmlformats.org/officeDocument/2006/relationships/slide" Target="slides/slide17.xml"/><Relationship Id="rId35" Type="http://schemas.openxmlformats.org/officeDocument/2006/relationships/slide" Target="slides/slide22.xml"/><Relationship Id="rId56" Type="http://schemas.openxmlformats.org/officeDocument/2006/relationships/slide" Target="slides/slide43.xml"/><Relationship Id="rId77" Type="http://schemas.openxmlformats.org/officeDocument/2006/relationships/slide" Target="slides/slide64.xml"/><Relationship Id="rId100" Type="http://schemas.openxmlformats.org/officeDocument/2006/relationships/slide" Target="slides/slide87.xml"/><Relationship Id="rId105" Type="http://schemas.openxmlformats.org/officeDocument/2006/relationships/slide" Target="slides/slide92.xml"/><Relationship Id="rId126" Type="http://schemas.openxmlformats.org/officeDocument/2006/relationships/slide" Target="slides/slide113.xml"/><Relationship Id="rId147" Type="http://schemas.openxmlformats.org/officeDocument/2006/relationships/slide" Target="slides/slide134.xml"/><Relationship Id="rId8" Type="http://schemas.openxmlformats.org/officeDocument/2006/relationships/slideMaster" Target="slideMasters/slideMaster7.xml"/><Relationship Id="rId51" Type="http://schemas.openxmlformats.org/officeDocument/2006/relationships/slide" Target="slides/slide38.xml"/><Relationship Id="rId72" Type="http://schemas.openxmlformats.org/officeDocument/2006/relationships/slide" Target="slides/slide59.xml"/><Relationship Id="rId93" Type="http://schemas.openxmlformats.org/officeDocument/2006/relationships/slide" Target="slides/slide80.xml"/><Relationship Id="rId98" Type="http://schemas.openxmlformats.org/officeDocument/2006/relationships/slide" Target="slides/slide85.xml"/><Relationship Id="rId121" Type="http://schemas.openxmlformats.org/officeDocument/2006/relationships/slide" Target="slides/slide108.xml"/><Relationship Id="rId142" Type="http://schemas.openxmlformats.org/officeDocument/2006/relationships/slide" Target="slides/slide129.xml"/><Relationship Id="rId3" Type="http://schemas.openxmlformats.org/officeDocument/2006/relationships/slideMaster" Target="slideMasters/slideMaster2.xml"/><Relationship Id="rId25" Type="http://schemas.openxmlformats.org/officeDocument/2006/relationships/slide" Target="slides/slide12.xml"/><Relationship Id="rId46" Type="http://schemas.openxmlformats.org/officeDocument/2006/relationships/slide" Target="slides/slide33.xml"/><Relationship Id="rId67" Type="http://schemas.openxmlformats.org/officeDocument/2006/relationships/slide" Target="slides/slide54.xml"/><Relationship Id="rId116" Type="http://schemas.openxmlformats.org/officeDocument/2006/relationships/slide" Target="slides/slide103.xml"/><Relationship Id="rId137" Type="http://schemas.openxmlformats.org/officeDocument/2006/relationships/slide" Target="slides/slide124.xml"/><Relationship Id="rId20" Type="http://schemas.openxmlformats.org/officeDocument/2006/relationships/slide" Target="slides/slide7.xml"/><Relationship Id="rId41" Type="http://schemas.openxmlformats.org/officeDocument/2006/relationships/slide" Target="slides/slide28.xml"/><Relationship Id="rId62" Type="http://schemas.openxmlformats.org/officeDocument/2006/relationships/slide" Target="slides/slide49.xml"/><Relationship Id="rId83" Type="http://schemas.openxmlformats.org/officeDocument/2006/relationships/slide" Target="slides/slide70.xml"/><Relationship Id="rId88" Type="http://schemas.openxmlformats.org/officeDocument/2006/relationships/slide" Target="slides/slide75.xml"/><Relationship Id="rId111" Type="http://schemas.openxmlformats.org/officeDocument/2006/relationships/slide" Target="slides/slide98.xml"/><Relationship Id="rId132" Type="http://schemas.openxmlformats.org/officeDocument/2006/relationships/slide" Target="slides/slide119.xml"/><Relationship Id="rId153" Type="http://schemas.openxmlformats.org/officeDocument/2006/relationships/presProps" Target="presProps.xml"/><Relationship Id="rId15" Type="http://schemas.openxmlformats.org/officeDocument/2006/relationships/slide" Target="slides/slide2.xml"/><Relationship Id="rId36" Type="http://schemas.openxmlformats.org/officeDocument/2006/relationships/slide" Target="slides/slide23.xml"/><Relationship Id="rId57" Type="http://schemas.openxmlformats.org/officeDocument/2006/relationships/slide" Target="slides/slide44.xml"/><Relationship Id="rId106" Type="http://schemas.openxmlformats.org/officeDocument/2006/relationships/slide" Target="slides/slide93.xml"/><Relationship Id="rId127" Type="http://schemas.openxmlformats.org/officeDocument/2006/relationships/slide" Target="slides/slide114.xml"/><Relationship Id="rId10" Type="http://schemas.openxmlformats.org/officeDocument/2006/relationships/slideMaster" Target="slideMasters/slideMaster9.xml"/><Relationship Id="rId31" Type="http://schemas.openxmlformats.org/officeDocument/2006/relationships/slide" Target="slides/slide18.xml"/><Relationship Id="rId52" Type="http://schemas.openxmlformats.org/officeDocument/2006/relationships/slide" Target="slides/slide39.xml"/><Relationship Id="rId73" Type="http://schemas.openxmlformats.org/officeDocument/2006/relationships/slide" Target="slides/slide60.xml"/><Relationship Id="rId78" Type="http://schemas.openxmlformats.org/officeDocument/2006/relationships/slide" Target="slides/slide65.xml"/><Relationship Id="rId94" Type="http://schemas.openxmlformats.org/officeDocument/2006/relationships/slide" Target="slides/slide81.xml"/><Relationship Id="rId99" Type="http://schemas.openxmlformats.org/officeDocument/2006/relationships/slide" Target="slides/slide86.xml"/><Relationship Id="rId101" Type="http://schemas.openxmlformats.org/officeDocument/2006/relationships/slide" Target="slides/slide88.xml"/><Relationship Id="rId122" Type="http://schemas.openxmlformats.org/officeDocument/2006/relationships/slide" Target="slides/slide109.xml"/><Relationship Id="rId143" Type="http://schemas.openxmlformats.org/officeDocument/2006/relationships/slide" Target="slides/slide130.xml"/><Relationship Id="rId148" Type="http://schemas.openxmlformats.org/officeDocument/2006/relationships/slide" Target="slides/slide135.xml"/><Relationship Id="rId4" Type="http://schemas.openxmlformats.org/officeDocument/2006/relationships/slideMaster" Target="slideMasters/slideMaster3.xml"/><Relationship Id="rId9" Type="http://schemas.openxmlformats.org/officeDocument/2006/relationships/slideMaster" Target="slideMasters/slideMaster8.xml"/><Relationship Id="rId26" Type="http://schemas.openxmlformats.org/officeDocument/2006/relationships/slide" Target="slides/slide13.xml"/><Relationship Id="rId47" Type="http://schemas.openxmlformats.org/officeDocument/2006/relationships/slide" Target="slides/slide34.xml"/><Relationship Id="rId68" Type="http://schemas.openxmlformats.org/officeDocument/2006/relationships/slide" Target="slides/slide55.xml"/><Relationship Id="rId89" Type="http://schemas.openxmlformats.org/officeDocument/2006/relationships/slide" Target="slides/slide76.xml"/><Relationship Id="rId112" Type="http://schemas.openxmlformats.org/officeDocument/2006/relationships/slide" Target="slides/slide99.xml"/><Relationship Id="rId133" Type="http://schemas.openxmlformats.org/officeDocument/2006/relationships/slide" Target="slides/slide120.xml"/><Relationship Id="rId154" Type="http://schemas.openxmlformats.org/officeDocument/2006/relationships/customXml" Target="../customXml/item4.xml"/><Relationship Id="rId16" Type="http://schemas.openxmlformats.org/officeDocument/2006/relationships/slide" Target="slides/slide3.xml"/><Relationship Id="rId37" Type="http://schemas.openxmlformats.org/officeDocument/2006/relationships/slide" Target="slides/slide24.xml"/><Relationship Id="rId58" Type="http://schemas.openxmlformats.org/officeDocument/2006/relationships/slide" Target="slides/slide45.xml"/><Relationship Id="rId79" Type="http://schemas.openxmlformats.org/officeDocument/2006/relationships/slide" Target="slides/slide66.xml"/><Relationship Id="rId102" Type="http://schemas.openxmlformats.org/officeDocument/2006/relationships/slide" Target="slides/slide89.xml"/><Relationship Id="rId123" Type="http://schemas.openxmlformats.org/officeDocument/2006/relationships/slide" Target="slides/slide110.xml"/><Relationship Id="rId144" Type="http://schemas.openxmlformats.org/officeDocument/2006/relationships/slide" Target="slides/slide131.xml"/><Relationship Id="rId90" Type="http://schemas.openxmlformats.org/officeDocument/2006/relationships/slide" Target="slides/slide77.xml"/></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type="subTitle"/>
          </p:nvPr>
        </p:nvSpPr>
        <p:spPr>
          <a:xfrm>
            <a:off x="838080" y="1825560"/>
            <a:ext cx="10514880" cy="43506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BAFD9908-3B53-47F3-B106-B28D0E8CF1FE}"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C78F4567-7C46-4439-AC2A-98E891936854}"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52AA666F-D58B-401E-A8A6-96F2074EDC29}"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 name="PlaceHolder 2"/>
          <p:cNvSpPr>
            <a:spLocks noGrp="1"/>
          </p:cNvSpPr>
          <p:nvPr>
            <p:ph type="subTitle"/>
          </p:nvPr>
        </p:nvSpPr>
        <p:spPr>
          <a:xfrm>
            <a:off x="838080" y="1825560"/>
            <a:ext cx="10514880" cy="43506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0EB95F91-E1D2-49EE-B487-1CD8A1456C3D}"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 name="PlaceHolder 2"/>
          <p:cNvSpPr>
            <a:spLocks noGrp="1"/>
          </p:cNvSpPr>
          <p:nvPr>
            <p:ph/>
          </p:nvPr>
        </p:nvSpPr>
        <p:spPr>
          <a:xfrm>
            <a:off x="838080" y="1825560"/>
            <a:ext cx="10514880" cy="4350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148FAB31-7315-464F-878D-A1BBC4E00E0E}"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75FB96AD-2230-4A77-BC43-22BD031C8035}"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 name="PlaceHolder 2"/>
          <p:cNvSpPr>
            <a:spLocks noGrp="1"/>
          </p:cNvSpPr>
          <p:nvPr>
            <p:ph/>
          </p:nvPr>
        </p:nvSpPr>
        <p:spPr>
          <a:xfrm>
            <a:off x="838080" y="1825560"/>
            <a:ext cx="5131080" cy="4350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 name="PlaceHolder 3"/>
          <p:cNvSpPr>
            <a:spLocks noGrp="1"/>
          </p:cNvSpPr>
          <p:nvPr>
            <p:ph/>
          </p:nvPr>
        </p:nvSpPr>
        <p:spPr>
          <a:xfrm>
            <a:off x="6226200" y="1825560"/>
            <a:ext cx="5131080" cy="4350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9"/>
          </p:nvPr>
        </p:nvSpPr>
        <p:spPr/>
        <p:txBody>
          <a:bodyPr/>
          <a:p>
            <a:r>
              <a:t>Footer</a:t>
            </a:r>
          </a:p>
        </p:txBody>
      </p:sp>
      <p:sp>
        <p:nvSpPr>
          <p:cNvPr id="6" name="PlaceHolder 5"/>
          <p:cNvSpPr>
            <a:spLocks noGrp="1"/>
          </p:cNvSpPr>
          <p:nvPr>
            <p:ph type="sldNum" idx="20"/>
          </p:nvPr>
        </p:nvSpPr>
        <p:spPr/>
        <p:txBody>
          <a:bodyPr/>
          <a:p>
            <a:fld id="{D742F4E6-A77D-4340-9AFE-6CDE73A1CA55}" type="slidenum">
              <a:t>&lt;#&gt;</a:t>
            </a:fld>
          </a:p>
        </p:txBody>
      </p:sp>
      <p:sp>
        <p:nvSpPr>
          <p:cNvPr id="7" name="PlaceHolder 6"/>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E5004EFC-4376-4663-A1EF-E562A197C3F8}" type="slidenum">
              <a:t>&lt;#&gt;</a:t>
            </a:fld>
          </a:p>
        </p:txBody>
      </p:sp>
      <p:sp>
        <p:nvSpPr>
          <p:cNvPr id="4" name="PlaceHolder 3"/>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5"/>
          </p:nvPr>
        </p:nvSpPr>
        <p:spPr/>
        <p:txBody>
          <a:bodyPr/>
          <a:p>
            <a:r>
              <a:t>Footer</a:t>
            </a:r>
          </a:p>
        </p:txBody>
      </p:sp>
      <p:sp>
        <p:nvSpPr>
          <p:cNvPr id="4" name="PlaceHolder 3"/>
          <p:cNvSpPr>
            <a:spLocks noGrp="1"/>
          </p:cNvSpPr>
          <p:nvPr>
            <p:ph type="sldNum" idx="26"/>
          </p:nvPr>
        </p:nvSpPr>
        <p:spPr/>
        <p:txBody>
          <a:bodyPr/>
          <a:p>
            <a:fld id="{ABBEE244-7A55-4A5F-A4A7-9E5C8D550991}" type="slidenum">
              <a:t>&lt;#&gt;</a:t>
            </a:fld>
          </a:p>
        </p:txBody>
      </p:sp>
      <p:sp>
        <p:nvSpPr>
          <p:cNvPr id="5" name="PlaceHolder 4"/>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7597632A-3572-4608-8900-81230C8C8653}"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246D85B3-FF0A-422B-826A-8D227B645C73}" type="slidenum">
              <a:t>&lt;#&gt;</a:t>
            </a:fld>
          </a:p>
        </p:txBody>
      </p:sp>
      <p:sp>
        <p:nvSpPr>
          <p:cNvPr id="4" name="PlaceHolder 3"/>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4"/>
          </p:nvPr>
        </p:nvSpPr>
        <p:spPr/>
        <p:txBody>
          <a:bodyPr/>
          <a:p>
            <a:r>
              <a:t>Footer</a:t>
            </a:r>
          </a:p>
        </p:txBody>
      </p:sp>
      <p:sp>
        <p:nvSpPr>
          <p:cNvPr id="3" name="PlaceHolder 2"/>
          <p:cNvSpPr>
            <a:spLocks noGrp="1"/>
          </p:cNvSpPr>
          <p:nvPr>
            <p:ph type="sldNum" idx="35"/>
          </p:nvPr>
        </p:nvSpPr>
        <p:spPr/>
        <p:txBody>
          <a:bodyPr/>
          <a:p>
            <a:fld id="{EBA3888A-E2FA-4FFE-B7D1-E7AB32EC5DA8}" type="slidenum">
              <a:t>&lt;#&gt;</a:t>
            </a:fld>
          </a:p>
        </p:txBody>
      </p:sp>
      <p:sp>
        <p:nvSpPr>
          <p:cNvPr id="4" name="PlaceHolder 3"/>
          <p:cNvSpPr>
            <a:spLocks noGrp="1"/>
          </p:cNvSpPr>
          <p:nvPr>
            <p:ph type="dt" idx="36"/>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DataBase with PostgreSQL</a:t>
            </a:r>
            <a:endParaRPr b="0" lang="en-US" sz="1200" spc="-1" strike="noStrike">
              <a:solidFill>
                <a:srgbClr val="000000"/>
              </a:solidFill>
              <a:latin typeface="Times New Roman"/>
            </a:endParaRPr>
          </a:p>
        </p:txBody>
      </p:sp>
      <p:sp>
        <p:nvSpPr>
          <p:cNvPr id="2" name="PlaceHolder 3"/>
          <p:cNvSpPr>
            <a:spLocks noGrp="1"/>
          </p:cNvSpPr>
          <p:nvPr>
            <p:ph type="sldNum" idx="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5FE75516-9257-4A2F-A0F2-A9EADC9B6850}" type="slidenum">
              <a:rPr b="0" lang="en-US" sz="1200" spc="-1" strike="noStrike">
                <a:solidFill>
                  <a:schemeClr val="dk1">
                    <a:tint val="75000"/>
                  </a:schemeClr>
                </a:solidFill>
                <a:latin typeface="Calibri"/>
              </a:rPr>
              <a:t>135</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000000"/>
              </a:solidFill>
              <a:latin typeface="Times New Roman"/>
            </a:endParaRPr>
          </a:p>
        </p:txBody>
      </p:sp>
      <p:sp>
        <p:nvSpPr>
          <p:cNvPr id="8" name="PlaceHolder 2"/>
          <p:cNvSpPr>
            <a:spLocks noGrp="1"/>
          </p:cNvSpPr>
          <p:nvPr>
            <p:ph type="sldNum" idx="5"/>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F7F339E3-BB24-492E-9CF9-BD05B593B1E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9" name="PlaceHolder 3"/>
          <p:cNvSpPr>
            <a:spLocks noGrp="1"/>
          </p:cNvSpPr>
          <p:nvPr>
            <p:ph type="dt" idx="6"/>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ftr" idx="7"/>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000000"/>
              </a:solidFill>
              <a:latin typeface="Times New Roman"/>
            </a:endParaRPr>
          </a:p>
        </p:txBody>
      </p:sp>
      <p:sp>
        <p:nvSpPr>
          <p:cNvPr id="11" name="PlaceHolder 2"/>
          <p:cNvSpPr>
            <a:spLocks noGrp="1"/>
          </p:cNvSpPr>
          <p:nvPr>
            <p:ph type="sldNum" idx="8"/>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DF13008A-CA66-42D6-9D35-EDCE639BB04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2" name="PlaceHolder 3"/>
          <p:cNvSpPr>
            <a:spLocks noGrp="1"/>
          </p:cNvSpPr>
          <p:nvPr>
            <p:ph type="dt" idx="9"/>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 name="PlaceHolder 2"/>
          <p:cNvSpPr>
            <a:spLocks noGrp="1"/>
          </p:cNvSpPr>
          <p:nvPr>
            <p:ph type="ftr" idx="10"/>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000000"/>
              </a:solidFill>
              <a:latin typeface="Times New Roman"/>
            </a:endParaRPr>
          </a:p>
        </p:txBody>
      </p:sp>
      <p:sp>
        <p:nvSpPr>
          <p:cNvPr id="15" name="PlaceHolder 3"/>
          <p:cNvSpPr>
            <a:spLocks noGrp="1"/>
          </p:cNvSpPr>
          <p:nvPr>
            <p:ph type="sldNum" idx="11"/>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9468CA5C-1496-4194-AAAC-9A9D9C8C3A1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6" name="PlaceHolder 4"/>
          <p:cNvSpPr>
            <a:spLocks noGrp="1"/>
          </p:cNvSpPr>
          <p:nvPr>
            <p:ph type="dt" idx="12"/>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7"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1" name="PlaceHolder 2"/>
          <p:cNvSpPr>
            <a:spLocks noGrp="1"/>
          </p:cNvSpPr>
          <p:nvPr>
            <p:ph type="body"/>
          </p:nvPr>
        </p:nvSpPr>
        <p:spPr>
          <a:xfrm>
            <a:off x="838080" y="1825560"/>
            <a:ext cx="1051488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 name="PlaceHolder 3"/>
          <p:cNvSpPr>
            <a:spLocks noGrp="1"/>
          </p:cNvSpPr>
          <p:nvPr>
            <p:ph type="ftr" idx="13"/>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000000"/>
              </a:solidFill>
              <a:latin typeface="Times New Roman"/>
            </a:endParaRPr>
          </a:p>
        </p:txBody>
      </p:sp>
      <p:sp>
        <p:nvSpPr>
          <p:cNvPr id="23" name="PlaceHolder 4"/>
          <p:cNvSpPr>
            <a:spLocks noGrp="1"/>
          </p:cNvSpPr>
          <p:nvPr>
            <p:ph type="sldNum" idx="14"/>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B007187D-E896-4294-952F-A1BE5DE50E1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4" name="PlaceHolder 5"/>
          <p:cNvSpPr>
            <a:spLocks noGrp="1"/>
          </p:cNvSpPr>
          <p:nvPr>
            <p:ph type="dt" idx="15"/>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ftr" idx="16"/>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000000"/>
              </a:solidFill>
              <a:latin typeface="Times New Roman"/>
            </a:endParaRPr>
          </a:p>
        </p:txBody>
      </p:sp>
      <p:sp>
        <p:nvSpPr>
          <p:cNvPr id="28" name="PlaceHolder 2"/>
          <p:cNvSpPr>
            <a:spLocks noGrp="1"/>
          </p:cNvSpPr>
          <p:nvPr>
            <p:ph type="sldNum" idx="17"/>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72BC7A10-A623-454B-B74E-4BDF271C39D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9" name="PlaceHolder 3"/>
          <p:cNvSpPr>
            <a:spLocks noGrp="1"/>
          </p:cNvSpPr>
          <p:nvPr>
            <p:ph type="dt" idx="18"/>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0"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3" name="PlaceHolder 2"/>
          <p:cNvSpPr>
            <a:spLocks noGrp="1"/>
          </p:cNvSpPr>
          <p:nvPr>
            <p:ph type="body"/>
          </p:nvPr>
        </p:nvSpPr>
        <p:spPr>
          <a:xfrm>
            <a:off x="838080" y="1825560"/>
            <a:ext cx="513072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 name="PlaceHolder 3"/>
          <p:cNvSpPr>
            <a:spLocks noGrp="1"/>
          </p:cNvSpPr>
          <p:nvPr>
            <p:ph type="body"/>
          </p:nvPr>
        </p:nvSpPr>
        <p:spPr>
          <a:xfrm>
            <a:off x="6226200" y="1825560"/>
            <a:ext cx="513072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5" name="PlaceHolder 4"/>
          <p:cNvSpPr>
            <a:spLocks noGrp="1"/>
          </p:cNvSpPr>
          <p:nvPr>
            <p:ph type="ftr" idx="19"/>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000000"/>
              </a:solidFill>
              <a:latin typeface="Times New Roman"/>
            </a:endParaRPr>
          </a:p>
        </p:txBody>
      </p:sp>
      <p:sp>
        <p:nvSpPr>
          <p:cNvPr id="36" name="PlaceHolder 5"/>
          <p:cNvSpPr>
            <a:spLocks noGrp="1"/>
          </p:cNvSpPr>
          <p:nvPr>
            <p:ph type="sldNum" idx="20"/>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AB7C5F52-B239-442F-B439-ED95C059276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7" name="PlaceHolder 6"/>
          <p:cNvSpPr>
            <a:spLocks noGrp="1"/>
          </p:cNvSpPr>
          <p:nvPr>
            <p:ph type="dt" idx="21"/>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ftr" idx="22"/>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000000"/>
              </a:solidFill>
              <a:latin typeface="Times New Roman"/>
            </a:endParaRPr>
          </a:p>
        </p:txBody>
      </p:sp>
      <p:sp>
        <p:nvSpPr>
          <p:cNvPr id="42" name="PlaceHolder 2"/>
          <p:cNvSpPr>
            <a:spLocks noGrp="1"/>
          </p:cNvSpPr>
          <p:nvPr>
            <p:ph type="sldNum" idx="23"/>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AEB63090-27ED-44FC-9E74-A3E4C880C0C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3" name="PlaceHolder 3"/>
          <p:cNvSpPr>
            <a:spLocks noGrp="1"/>
          </p:cNvSpPr>
          <p:nvPr>
            <p:ph type="dt" idx="24"/>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5" name="PlaceHolder 2"/>
          <p:cNvSpPr>
            <a:spLocks noGrp="1"/>
          </p:cNvSpPr>
          <p:nvPr>
            <p:ph type="ftr" idx="25"/>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000000"/>
              </a:solidFill>
              <a:latin typeface="Times New Roman"/>
            </a:endParaRPr>
          </a:p>
        </p:txBody>
      </p:sp>
      <p:sp>
        <p:nvSpPr>
          <p:cNvPr id="46" name="PlaceHolder 3"/>
          <p:cNvSpPr>
            <a:spLocks noGrp="1"/>
          </p:cNvSpPr>
          <p:nvPr>
            <p:ph type="sldNum" idx="26"/>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2EB991DF-2BA2-4B05-AA97-6AAD09BE04F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7" name="PlaceHolder 4"/>
          <p:cNvSpPr>
            <a:spLocks noGrp="1"/>
          </p:cNvSpPr>
          <p:nvPr>
            <p:ph type="dt" idx="27"/>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ftr" idx="28"/>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000000"/>
              </a:solidFill>
              <a:latin typeface="Times New Roman"/>
            </a:endParaRPr>
          </a:p>
        </p:txBody>
      </p:sp>
      <p:sp>
        <p:nvSpPr>
          <p:cNvPr id="50" name="PlaceHolder 2"/>
          <p:cNvSpPr>
            <a:spLocks noGrp="1"/>
          </p:cNvSpPr>
          <p:nvPr>
            <p:ph type="sldNum" idx="29"/>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A5230E84-C8F2-4E22-9A9E-925251CBF3C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1" name="PlaceHolder 3"/>
          <p:cNvSpPr>
            <a:spLocks noGrp="1"/>
          </p:cNvSpPr>
          <p:nvPr>
            <p:ph type="dt" idx="30"/>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ftr" idx="31"/>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000000"/>
              </a:solidFill>
              <a:latin typeface="Times New Roman"/>
            </a:endParaRPr>
          </a:p>
        </p:txBody>
      </p:sp>
      <p:sp>
        <p:nvSpPr>
          <p:cNvPr id="53" name="PlaceHolder 2"/>
          <p:cNvSpPr>
            <a:spLocks noGrp="1"/>
          </p:cNvSpPr>
          <p:nvPr>
            <p:ph type="sldNum" idx="3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FE266F86-9B55-4161-A83F-33731215E14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4" name="PlaceHolder 3"/>
          <p:cNvSpPr>
            <a:spLocks noGrp="1"/>
          </p:cNvSpPr>
          <p:nvPr>
            <p:ph type="dt" idx="3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ftr" idx="34"/>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000000"/>
              </a:solidFill>
              <a:latin typeface="Times New Roman"/>
            </a:endParaRPr>
          </a:p>
        </p:txBody>
      </p:sp>
      <p:sp>
        <p:nvSpPr>
          <p:cNvPr id="56" name="PlaceHolder 2"/>
          <p:cNvSpPr>
            <a:spLocks noGrp="1"/>
          </p:cNvSpPr>
          <p:nvPr>
            <p:ph type="sldNum" idx="35"/>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4D9456DD-6D5E-4093-8DB0-7E563BB6B86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7" name="PlaceHolder 3"/>
          <p:cNvSpPr>
            <a:spLocks noGrp="1"/>
          </p:cNvSpPr>
          <p:nvPr>
            <p:ph type="dt" idx="36"/>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hyperlink" Target="https://www.youtube.com/watch?v=PUMphhCo_g0" TargetMode="External"/><Relationship Id="rId2"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hyperlink" Target="https://www.autovit.ro/" TargetMode="External"/><Relationship Id="rId2" Type="http://schemas.openxmlformats.org/officeDocument/2006/relationships/hyperlink" Target="https://www.businessmagazin.ro/actualitate/afaceri/tranzactie-record-pe-online-site-ul-autovit-ro-a-fost-vandut-cu-5-mil-euro-5077775" TargetMode="External"/><Relationship Id="rId3" Type="http://schemas.openxmlformats.org/officeDocument/2006/relationships/hyperlink" Target="https://www.businessmagazin.ro/actualitate/afaceri/tranzactie-record-pe-online-site-ul-autovit-ro-a-fost-vandut-cu-5-mil-euro-5077775" TargetMode="External"/><Relationship Id="rId4" Type="http://schemas.openxmlformats.org/officeDocument/2006/relationships/hyperlink" Target="https://www.businessmagazin.ro/actualitate/afaceri/tranzactie-record-pe-online-site-ul-autovit-ro-a-fost-vandut-cu-5-mil-euro-5077775" TargetMode="External"/><Relationship Id="rId5"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5.xml"/>
</Relationships>
</file>

<file path=ppt/slides/_rels/slide2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5.xml"/>
</Relationships>
</file>

<file path=ppt/slides/_rels/slide2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5.xml"/>
</Relationships>
</file>

<file path=ppt/slides/_rels/slide22.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5.xml"/>
</Relationships>
</file>

<file path=ppt/slides/_rels/slide23.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5.xml"/>
</Relationships>
</file>

<file path=ppt/slides/_rels/slide2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5.xml"/>
</Relationships>
</file>

<file path=ppt/slides/_rels/slide25.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0.xml.rels><?xml version="1.0" encoding="UTF-8"?>
<Relationships xmlns="http://schemas.openxmlformats.org/package/2006/relationships"><Relationship Id="rId1" Type="http://schemas.openxmlformats.org/officeDocument/2006/relationships/hyperlink" Target="https://www.autovit.ro/anunt/dacia-logan-1-6-ID7GSO07.html" TargetMode="External"/><Relationship Id="rId2" Type="http://schemas.openxmlformats.org/officeDocument/2006/relationships/slideLayout" Target="../slideLayouts/slideLayout5.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5.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7.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5.xml"/>
</Relationships>
</file>

<file path=ppt/slides/_rels/slide48.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5.xml"/>
</Relationships>
</file>

<file path=ppt/slides/_rels/slide49.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5.xml"/>
</Relationships>
</file>

<file path=ppt/slides/_rels/slide50.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5.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2.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5.xml"/>
</Relationships>
</file>

<file path=ppt/slides/_rels/slide53.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5.xml"/>
</Relationships>
</file>

<file path=ppt/slides/_rels/slide54.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5.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4.xml.rels><?xml version="1.0" encoding="UTF-8"?>
<Relationships xmlns="http://schemas.openxmlformats.org/package/2006/relationships"><Relationship Id="rId1" Type="http://schemas.openxmlformats.org/officeDocument/2006/relationships/image" Target="../media/image30.wmf"/><Relationship Id="rId2" Type="http://schemas.openxmlformats.org/officeDocument/2006/relationships/slideLayout" Target="../slideLayouts/slideLayout5.xml"/>
</Relationships>
</file>

<file path=ppt/slides/_rels/slide65.xml.rels><?xml version="1.0" encoding="UTF-8"?>
<Relationships xmlns="http://schemas.openxmlformats.org/package/2006/relationships"><Relationship Id="rId1" Type="http://schemas.openxmlformats.org/officeDocument/2006/relationships/image" Target="../media/image31.wmf"/><Relationship Id="rId2" Type="http://schemas.openxmlformats.org/officeDocument/2006/relationships/slideLayout" Target="../slideLayouts/slideLayout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6.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5.xml"/>
</Relationships>
</file>

<file path=ppt/slides/_rels/slide107.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5.xml"/>
</Relationships>
</file>

<file path=ppt/slides/_rels/slide10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9.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5.xml"/>
</Relationships>
</file>

<file path=ppt/slides/_rels/slide120.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5.xml"/>
</Relationships>
</file>

<file path=ppt/slides/_rels/slide121.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slideLayout" Target="../slideLayouts/slideLayout5.xml"/>
</Relationships>
</file>

<file path=ppt/slides/_rels/slide122.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5.xml"/>
</Relationships>
</file>

<file path=ppt/slides/_rels/slide123.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5.xml"/>
</Relationships>
</file>

<file path=ppt/slides/_rels/slide12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0.xml.rels><?xml version="1.0" encoding="UTF-8"?>
<Relationships xmlns="http://schemas.openxmlformats.org/package/2006/relationships"><Relationship Id="rId1" Type="http://schemas.openxmlformats.org/officeDocument/2006/relationships/hyperlink" Target="https://wiki.postgresql.org/wiki/Sample_Databases" TargetMode="External"/><Relationship Id="rId2" Type="http://schemas.openxmlformats.org/officeDocument/2006/relationships/hyperlink" Target="https://wiki.postgresql.org/wiki/Sample_Databases" TargetMode="External"/><Relationship Id="rId3" Type="http://schemas.openxmlformats.org/officeDocument/2006/relationships/slideLayout" Target="../slideLayouts/slideLayout4.xml"/>
</Relationships>
</file>

<file path=ppt/slides/_rels/slide131.xml.rels><?xml version="1.0" encoding="UTF-8"?>
<Relationships xmlns="http://schemas.openxmlformats.org/package/2006/relationships"><Relationship Id="rId1" Type="http://schemas.openxmlformats.org/officeDocument/2006/relationships/hyperlink" Target="https://www.wikiversity.org/" TargetMode="External"/><Relationship Id="rId2" Type="http://schemas.openxmlformats.org/officeDocument/2006/relationships/hyperlink" Target="https://www.wikiversity.org/" TargetMode="External"/><Relationship Id="rId3" Type="http://schemas.openxmlformats.org/officeDocument/2006/relationships/hyperlink" Target="https://en.wikiversity.org/wiki/Database_Examples/Northwind" TargetMode="External"/><Relationship Id="rId4" Type="http://schemas.openxmlformats.org/officeDocument/2006/relationships/hyperlink" Target="https://en.wikiversity.org/wiki/Database_Examples/Northwind" TargetMode="External"/><Relationship Id="rId5" Type="http://schemas.openxmlformats.org/officeDocument/2006/relationships/slideLayout" Target="../slideLayouts/slideLayout5.xml"/>
</Relationships>
</file>

<file path=ppt/slides/_rels/slide132.xml.rels><?xml version="1.0" encoding="UTF-8"?>
<Relationships xmlns="http://schemas.openxmlformats.org/package/2006/relationships"><Relationship Id="rId1" Type="http://schemas.openxmlformats.org/officeDocument/2006/relationships/hyperlink" Target="https://github.com/pthom/northwind_psql" TargetMode="External"/><Relationship Id="rId2" Type="http://schemas.openxmlformats.org/officeDocument/2006/relationships/slideLayout" Target="../slideLayouts/slideLayout5.xml"/>
</Relationships>
</file>

<file path=ppt/slides/_rels/slide13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9.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1523880" y="1122480"/>
            <a:ext cx="9143280" cy="238680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b="0" lang="en-US" sz="6000" spc="-1" strike="noStrike">
                <a:solidFill>
                  <a:schemeClr val="dk1"/>
                </a:solidFill>
                <a:latin typeface="Calibri Light"/>
              </a:rPr>
              <a:t>DataBase with PostgreSQL</a:t>
            </a:r>
            <a:endParaRPr b="0" lang="en-US" sz="6000" spc="-1" strike="noStrike">
              <a:solidFill>
                <a:srgbClr val="000000"/>
              </a:solidFill>
              <a:latin typeface="Arial"/>
            </a:endParaRPr>
          </a:p>
        </p:txBody>
      </p:sp>
      <p:sp>
        <p:nvSpPr>
          <p:cNvPr id="59" name="PlaceHolder 2"/>
          <p:cNvSpPr>
            <a:spLocks noGrp="1"/>
          </p:cNvSpPr>
          <p:nvPr>
            <p:ph type="subTitle"/>
          </p:nvPr>
        </p:nvSpPr>
        <p:spPr>
          <a:xfrm>
            <a:off x="1523880" y="3602160"/>
            <a:ext cx="9143280" cy="1654920"/>
          </a:xfrm>
          <a:prstGeom prst="rect">
            <a:avLst/>
          </a:prstGeom>
          <a:noFill/>
          <a:ln w="0">
            <a:noFill/>
          </a:ln>
        </p:spPr>
        <p:txBody>
          <a:bodyPr lIns="91440" rIns="91440" tIns="45720" bIns="45720" anchor="t">
            <a:noAutofit/>
          </a:bodyPr>
          <a:p>
            <a:pPr indent="0" algn="ctr">
              <a:buNone/>
            </a:pPr>
            <a:endParaRPr b="0" lang="en-US" sz="1800" spc="-1" strike="noStrike">
              <a:solidFill>
                <a:srgbClr val="000000"/>
              </a:solidFill>
              <a:latin typeface="Arial"/>
            </a:endParaRPr>
          </a:p>
        </p:txBody>
      </p:sp>
      <p:sp>
        <p:nvSpPr>
          <p:cNvPr id="60" name="PlaceHolder 3"/>
          <p:cNvSpPr>
            <a:spLocks noGrp="1"/>
          </p:cNvSpPr>
          <p:nvPr>
            <p:ph type="ftr" idx="37"/>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200" spc="-1" strike="noStrike">
                <a:solidFill>
                  <a:schemeClr val="dk1">
                    <a:tint val="75000"/>
                  </a:schemeClr>
                </a:solidFill>
                <a:latin typeface="Calibri"/>
              </a:defRPr>
            </a:lvl1pPr>
          </a:lstStyle>
          <a:p>
            <a:pPr indent="0" algn="ctr" defTabSz="914400">
              <a:lnSpc>
                <a:spcPct val="100000"/>
              </a:lnSpc>
              <a:buNone/>
              <a:tabLst>
                <a:tab algn="l" pos="0"/>
              </a:tabLst>
            </a:pPr>
            <a:r>
              <a:rPr b="0" lang="en-US" sz="1200" spc="-1" strike="noStrike">
                <a:solidFill>
                  <a:schemeClr val="dk1">
                    <a:tint val="75000"/>
                  </a:schemeClr>
                </a:solidFill>
                <a:latin typeface="Calibri"/>
              </a:rPr>
              <a:t>DataBase with PostgreSQL</a:t>
            </a:r>
            <a:endParaRPr b="0" lang="en-US" sz="1200" spc="-1" strike="noStrike">
              <a:solidFill>
                <a:srgbClr val="000000"/>
              </a:solidFill>
              <a:latin typeface="Times New Roman"/>
            </a:endParaRPr>
          </a:p>
        </p:txBody>
      </p:sp>
      <p:sp>
        <p:nvSpPr>
          <p:cNvPr id="5" name="PlaceHolder 4"/>
          <p:cNvSpPr>
            <a:spLocks noGrp="1"/>
          </p:cNvSpPr>
          <p:nvPr>
            <p:ph type="sldNum" idx="2"/>
          </p:nvPr>
        </p:nvSpPr>
        <p:spPr/>
        <p:txBody>
          <a:bodyPr/>
          <a:p>
            <a:fld id="{9B4AC8F9-C3C4-4079-BCA5-28611BB89094}"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62"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make a PostGreSQL DataBase with 5-10 tables, &gt; 50 rows of data about a BookShop or a Library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u="sng">
                <a:solidFill>
                  <a:schemeClr val="dk1"/>
                </a:solidFill>
                <a:uFillTx/>
                <a:latin typeface="Calibri"/>
                <a:hlinkClick r:id="rId1"/>
              </a:rPr>
              <a:t>books, lot of books,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could be original – database could be about something else if it somehow related to book</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data should not be as easy as 1, 2, C.</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2D3DBC90-72E9-4169-9363-EDE9D65593EC}"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64"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get inspiration from a Web site and try to guess what kind of database it is behind …</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B8D44D76-CF87-4219-A84E-B19974C4623F}"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u="sng">
                <a:solidFill>
                  <a:schemeClr val="dk1"/>
                </a:solidFill>
                <a:uFillTx/>
                <a:latin typeface="Calibri Light"/>
                <a:hlinkClick r:id="rId1"/>
              </a:rPr>
              <a:t>autovit.ro/</a:t>
            </a:r>
            <a:endParaRPr b="0" lang="en-US" sz="4400" spc="-1" strike="noStrike">
              <a:solidFill>
                <a:srgbClr val="000000"/>
              </a:solidFill>
              <a:latin typeface="Arial"/>
            </a:endParaRPr>
          </a:p>
        </p:txBody>
      </p:sp>
      <p:sp>
        <p:nvSpPr>
          <p:cNvPr id="66"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u="sng">
                <a:solidFill>
                  <a:schemeClr val="dk1"/>
                </a:solidFill>
                <a:uFillTx/>
                <a:latin typeface="Calibri"/>
                <a:hlinkClick r:id="rId2"/>
              </a:rPr>
              <a:t>businessmagazin.ro: </a:t>
            </a:r>
            <a:r>
              <a:rPr b="0" lang="en-US" sz="2800" spc="-1" strike="noStrike" u="sng">
                <a:solidFill>
                  <a:schemeClr val="dk1"/>
                </a:solidFill>
                <a:uFillTx/>
                <a:latin typeface="Calibri"/>
                <a:hlinkClick r:id="rId3"/>
              </a:rPr>
              <a:t>afaceri</a:t>
            </a:r>
            <a:r>
              <a:rPr b="0" lang="en-US" sz="2800" spc="-1" strike="noStrike" u="sng">
                <a:solidFill>
                  <a:schemeClr val="dk1"/>
                </a:solidFill>
                <a:uFillTx/>
                <a:latin typeface="Calibri"/>
                <a:hlinkClick r:id="rId4"/>
              </a:rPr>
              <a:t>/tranzactie-record-pe-online-site-ul-autovit-ro-a-fost-vandut-cu-5-mil-euro</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74D3D52F-3CD1-4BCE-A39C-4BEF97A5A2BC}"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	</a:t>
            </a:r>
            <a:r>
              <a:rPr b="0" lang="en-US" sz="4400" spc="-1" strike="noStrike">
                <a:solidFill>
                  <a:schemeClr val="dk1"/>
                </a:solidFill>
                <a:latin typeface="Calibri Light"/>
              </a:rPr>
              <a:t>	</a:t>
            </a:r>
            <a:r>
              <a:rPr b="0" lang="en-US" sz="4400" spc="-1" strike="noStrike">
                <a:solidFill>
                  <a:schemeClr val="dk1"/>
                </a:solidFill>
                <a:latin typeface="Calibri Light"/>
              </a:rPr>
              <a:t>	</a:t>
            </a:r>
            <a:r>
              <a:rPr b="0" lang="en-US" sz="4400" spc="-1" strike="noStrike">
                <a:solidFill>
                  <a:schemeClr val="dk1"/>
                </a:solidFill>
                <a:latin typeface="Calibri Light"/>
              </a:rPr>
              <a:t>	</a:t>
            </a:r>
            <a:r>
              <a:rPr b="0" lang="en-US" sz="4400" spc="-1" strike="noStrike">
                <a:solidFill>
                  <a:schemeClr val="dk1"/>
                </a:solidFill>
                <a:latin typeface="Calibri Light"/>
              </a:rPr>
              <a:t>	</a:t>
            </a:r>
            <a:r>
              <a:rPr b="0" lang="en-US" sz="4400" spc="-1" strike="noStrike">
                <a:solidFill>
                  <a:schemeClr val="dk1"/>
                </a:solidFill>
                <a:latin typeface="Calibri Light"/>
              </a:rPr>
              <a:t>	</a:t>
            </a:r>
            <a:r>
              <a:rPr b="0" i="1" lang="en-US" sz="4400" spc="-1" strike="noStrike">
                <a:solidFill>
                  <a:schemeClr val="dk1"/>
                </a:solidFill>
                <a:latin typeface="Calibri Light"/>
              </a:rPr>
              <a:t>presented with</a:t>
            </a:r>
            <a:r>
              <a:rPr b="0" i="1" lang="en-US" sz="4400" spc="-1" strike="noStrike">
                <a:solidFill>
                  <a:schemeClr val="dk1"/>
                </a:solidFill>
                <a:latin typeface="Calibri Light"/>
              </a:rPr>
              <a:t>	</a:t>
            </a:r>
            <a:r>
              <a:rPr b="0" i="1" lang="en-US" sz="4400" spc="-1" strike="noStrike">
                <a:solidFill>
                  <a:schemeClr val="dk1"/>
                </a:solidFill>
                <a:latin typeface="Calibri Light"/>
              </a:rPr>
              <a:t>	</a:t>
            </a:r>
            <a:r>
              <a:rPr b="0" i="1" lang="en-US" sz="4400" spc="-1" strike="noStrike">
                <a:solidFill>
                  <a:schemeClr val="dk1"/>
                </a:solidFill>
                <a:latin typeface="Calibri Light"/>
              </a:rPr>
              <a:t>	</a:t>
            </a:r>
            <a:r>
              <a:rPr b="0" i="1" lang="en-US" sz="4400" spc="-1" strike="noStrike">
                <a:solidFill>
                  <a:schemeClr val="dk1"/>
                </a:solidFill>
                <a:latin typeface="Calibri Light"/>
              </a:rPr>
              <a:t>	</a:t>
            </a:r>
            <a:r>
              <a:rPr b="0" i="1" lang="en-US" sz="4400" spc="-1" strike="noStrike">
                <a:solidFill>
                  <a:schemeClr val="dk1"/>
                </a:solidFill>
                <a:latin typeface="Calibri Light"/>
              </a:rPr>
              <a:t>	</a:t>
            </a:r>
            <a:r>
              <a:rPr b="0" i="1" lang="en-US" sz="4400" spc="-1" strike="noStrike">
                <a:solidFill>
                  <a:schemeClr val="dk1"/>
                </a:solidFill>
                <a:latin typeface="Calibri Light"/>
              </a:rPr>
              <a:t>	</a:t>
            </a:r>
            <a:r>
              <a:rPr b="0" i="1" lang="en-US" sz="4400" spc="-1" strike="noStrike">
                <a:solidFill>
                  <a:schemeClr val="dk1"/>
                </a:solidFill>
                <a:latin typeface="Calibri Light"/>
              </a:rPr>
              <a:t>	</a:t>
            </a:r>
            <a:r>
              <a:rPr b="0" i="1" lang="en-US" sz="4400" spc="-1" strike="noStrike">
                <a:solidFill>
                  <a:schemeClr val="dk1"/>
                </a:solidFill>
                <a:latin typeface="Calibri Light"/>
              </a:rPr>
              <a:t>	</a:t>
            </a:r>
            <a:r>
              <a:rPr b="1" i="1" lang="en-US" sz="4400" spc="-1" strike="noStrike">
                <a:solidFill>
                  <a:schemeClr val="dk1"/>
                </a:solidFill>
                <a:latin typeface="Calibri Light"/>
              </a:rPr>
              <a:t>DataGrip</a:t>
            </a:r>
            <a:endParaRPr b="0" lang="en-US" sz="4400" spc="-1" strike="noStrike">
              <a:solidFill>
                <a:srgbClr val="000000"/>
              </a:solidFill>
              <a:latin typeface="Arial"/>
            </a:endParaRPr>
          </a:p>
        </p:txBody>
      </p:sp>
      <p:pic>
        <p:nvPicPr>
          <p:cNvPr id="68" name="Content Placeholder 6" descr=""/>
          <p:cNvPicPr/>
          <p:nvPr/>
        </p:nvPicPr>
        <p:blipFill>
          <a:blip r:embed="rId1"/>
          <a:stretch/>
        </p:blipFill>
        <p:spPr>
          <a:xfrm>
            <a:off x="914400" y="365760"/>
            <a:ext cx="5052240" cy="3237840"/>
          </a:xfrm>
          <a:prstGeom prst="rect">
            <a:avLst/>
          </a:prstGeom>
          <a:ln w="0">
            <a:noFill/>
          </a:ln>
        </p:spPr>
      </p:pic>
      <p:pic>
        <p:nvPicPr>
          <p:cNvPr id="69" name="Picture 8" descr=""/>
          <p:cNvPicPr/>
          <p:nvPr/>
        </p:nvPicPr>
        <p:blipFill>
          <a:blip r:embed="rId2"/>
          <a:stretch/>
        </p:blipFill>
        <p:spPr>
          <a:xfrm>
            <a:off x="4389120" y="2926080"/>
            <a:ext cx="7061400" cy="335484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D8C54BEE-4AD0-4813-AEBA-AC5661817D12}"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in postgres (system) DataBase</a:t>
            </a:r>
            <a:endParaRPr b="0" lang="en-US" sz="4400" spc="-1" strike="noStrike">
              <a:solidFill>
                <a:srgbClr val="000000"/>
              </a:solidFill>
              <a:latin typeface="Arial"/>
            </a:endParaRPr>
          </a:p>
        </p:txBody>
      </p:sp>
      <p:pic>
        <p:nvPicPr>
          <p:cNvPr id="71" name="Content Placeholder 6" descr=""/>
          <p:cNvPicPr/>
          <p:nvPr/>
        </p:nvPicPr>
        <p:blipFill>
          <a:blip r:embed="rId1"/>
          <a:stretch/>
        </p:blipFill>
        <p:spPr>
          <a:xfrm>
            <a:off x="2286000" y="1371600"/>
            <a:ext cx="5908320" cy="505152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ECF824AA-7BEB-4E6C-A98A-C71FE3C11DE1}"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Query Console</a:t>
            </a:r>
            <a:endParaRPr b="0" lang="en-US" sz="4400" spc="-1" strike="noStrike">
              <a:solidFill>
                <a:srgbClr val="000000"/>
              </a:solidFill>
              <a:latin typeface="Arial"/>
            </a:endParaRPr>
          </a:p>
        </p:txBody>
      </p:sp>
      <p:pic>
        <p:nvPicPr>
          <p:cNvPr id="73" name="Content Placeholder 6" descr=""/>
          <p:cNvPicPr/>
          <p:nvPr/>
        </p:nvPicPr>
        <p:blipFill>
          <a:blip r:embed="rId1"/>
          <a:stretch/>
        </p:blipFill>
        <p:spPr>
          <a:xfrm>
            <a:off x="2468520" y="1280160"/>
            <a:ext cx="6991920" cy="512640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84D7107F-BC2A-48DB-A37F-60C18FF722F0}"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CREATE DATABASE MyAutoVit</a:t>
            </a:r>
            <a:endParaRPr b="0" lang="en-US" sz="4400" spc="-1" strike="noStrike">
              <a:solidFill>
                <a:srgbClr val="000000"/>
              </a:solidFill>
              <a:latin typeface="Arial"/>
            </a:endParaRPr>
          </a:p>
        </p:txBody>
      </p:sp>
      <p:sp>
        <p:nvSpPr>
          <p:cNvPr id="75"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pic>
        <p:nvPicPr>
          <p:cNvPr id="76" name="Picture 10" descr=""/>
          <p:cNvPicPr/>
          <p:nvPr/>
        </p:nvPicPr>
        <p:blipFill>
          <a:blip r:embed="rId1"/>
          <a:stretch/>
        </p:blipFill>
        <p:spPr>
          <a:xfrm>
            <a:off x="2286000" y="2286000"/>
            <a:ext cx="8095320" cy="3471840"/>
          </a:xfrm>
          <a:prstGeom prst="rect">
            <a:avLst/>
          </a:prstGeom>
          <a:ln w="0">
            <a:noFill/>
          </a:ln>
        </p:spPr>
      </p:pic>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85C83FD2-BFC7-49D8-BB2A-42C6D129F7B2}"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in MyAutoVit DataBase</a:t>
            </a:r>
            <a:endParaRPr b="0" lang="en-US" sz="4400" spc="-1" strike="noStrike">
              <a:solidFill>
                <a:srgbClr val="000000"/>
              </a:solidFill>
              <a:latin typeface="Arial"/>
            </a:endParaRPr>
          </a:p>
        </p:txBody>
      </p:sp>
      <p:sp>
        <p:nvSpPr>
          <p:cNvPr id="78"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pic>
        <p:nvPicPr>
          <p:cNvPr id="79" name="Picture 8" descr=""/>
          <p:cNvPicPr/>
          <p:nvPr/>
        </p:nvPicPr>
        <p:blipFill>
          <a:blip r:embed="rId1"/>
          <a:stretch/>
        </p:blipFill>
        <p:spPr>
          <a:xfrm>
            <a:off x="2286000" y="1371600"/>
            <a:ext cx="7584840" cy="4790160"/>
          </a:xfrm>
          <a:prstGeom prst="rect">
            <a:avLst/>
          </a:prstGeom>
          <a:ln w="0">
            <a:noFill/>
          </a:ln>
        </p:spPr>
      </p:pic>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3766721A-2D45-4BA9-932B-307962E83BF5}"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in MyAutoVit DataBase</a:t>
            </a:r>
            <a:endParaRPr b="0" lang="en-US" sz="4400" spc="-1" strike="noStrike">
              <a:solidFill>
                <a:srgbClr val="000000"/>
              </a:solidFill>
              <a:latin typeface="Arial"/>
            </a:endParaRPr>
          </a:p>
        </p:txBody>
      </p:sp>
      <p:sp>
        <p:nvSpPr>
          <p:cNvPr id="81"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pic>
        <p:nvPicPr>
          <p:cNvPr id="82" name="Picture 10" descr=""/>
          <p:cNvPicPr/>
          <p:nvPr/>
        </p:nvPicPr>
        <p:blipFill>
          <a:blip r:embed="rId1"/>
          <a:stretch/>
        </p:blipFill>
        <p:spPr>
          <a:xfrm>
            <a:off x="2286000" y="1371600"/>
            <a:ext cx="5884920" cy="5045760"/>
          </a:xfrm>
          <a:prstGeom prst="rect">
            <a:avLst/>
          </a:prstGeom>
          <a:ln w="0">
            <a:noFill/>
          </a:ln>
        </p:spPr>
      </p:pic>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5A58CDC4-29A9-4DBE-8FDA-46E4674D719F}"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84"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pic>
        <p:nvPicPr>
          <p:cNvPr id="85" name="Picture 10" descr=""/>
          <p:cNvPicPr/>
          <p:nvPr/>
        </p:nvPicPr>
        <p:blipFill>
          <a:blip r:embed="rId1"/>
          <a:stretch/>
        </p:blipFill>
        <p:spPr>
          <a:xfrm>
            <a:off x="1371600" y="457200"/>
            <a:ext cx="9414720" cy="5716440"/>
          </a:xfrm>
          <a:prstGeom prst="rect">
            <a:avLst/>
          </a:prstGeom>
          <a:ln w="0">
            <a:noFill/>
          </a:ln>
        </p:spPr>
      </p:pic>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13D0C24E-D306-4F5D-885E-4418BDFCC3C3}"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pic>
        <p:nvPicPr>
          <p:cNvPr id="87" name="Content Placeholder 6" descr=""/>
          <p:cNvPicPr/>
          <p:nvPr/>
        </p:nvPicPr>
        <p:blipFill>
          <a:blip r:embed="rId1"/>
          <a:stretch/>
        </p:blipFill>
        <p:spPr>
          <a:xfrm>
            <a:off x="1371600" y="1371600"/>
            <a:ext cx="9729720" cy="383076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B2F5BEA1-28C5-4CEC-8D0C-543067BA0A04}"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pic>
        <p:nvPicPr>
          <p:cNvPr id="89" name="Content Placeholder 6" descr=""/>
          <p:cNvPicPr/>
          <p:nvPr/>
        </p:nvPicPr>
        <p:blipFill>
          <a:blip r:embed="rId1"/>
          <a:stretch/>
        </p:blipFill>
        <p:spPr>
          <a:xfrm>
            <a:off x="1371600" y="457200"/>
            <a:ext cx="9036000" cy="590652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3A51FA33-5949-4CD6-B71A-F284AA9BBAEF}"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pic>
        <p:nvPicPr>
          <p:cNvPr id="91" name="Content Placeholder 6" descr=""/>
          <p:cNvPicPr/>
          <p:nvPr/>
        </p:nvPicPr>
        <p:blipFill>
          <a:blip r:embed="rId1"/>
          <a:stretch/>
        </p:blipFill>
        <p:spPr>
          <a:xfrm>
            <a:off x="731520" y="457200"/>
            <a:ext cx="4921560" cy="5934240"/>
          </a:xfrm>
          <a:prstGeom prst="rect">
            <a:avLst/>
          </a:prstGeom>
          <a:ln w="0">
            <a:noFill/>
          </a:ln>
        </p:spPr>
      </p:pic>
      <p:pic>
        <p:nvPicPr>
          <p:cNvPr id="92" name="Picture 10" descr=""/>
          <p:cNvPicPr/>
          <p:nvPr/>
        </p:nvPicPr>
        <p:blipFill>
          <a:blip r:embed="rId2"/>
          <a:stretch/>
        </p:blipFill>
        <p:spPr>
          <a:xfrm>
            <a:off x="6309360" y="457200"/>
            <a:ext cx="4921560" cy="593424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3E0CCA64-CF8E-4595-A95A-810F7C77FB2C}"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94"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INSERT INTO vehicle_category (vehicle_category)</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VALUES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    </a:t>
            </a:r>
            <a:r>
              <a:rPr b="0" lang="en-US" sz="2800" spc="-1" strike="noStrike">
                <a:solidFill>
                  <a:schemeClr val="dk1"/>
                </a:solidFill>
                <a:latin typeface="Calibri"/>
              </a:rPr>
              <a:t>('Cabrio'),('Combi'),('Compacta'),('Coupe'),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    </a:t>
            </a:r>
            <a:r>
              <a:rPr b="0" lang="en-US" sz="2800" spc="-1" strike="noStrike">
                <a:solidFill>
                  <a:schemeClr val="dk1"/>
                </a:solidFill>
                <a:latin typeface="Calibri"/>
              </a:rPr>
              <a:t>('Masina de oras'),('Masina mica'),('Monovolum'),('Sedan'),('SUV')</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42D07DEC-1225-445B-9D8E-0FAC59210C52}"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96"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fontScale="52777"/>
          </a:bodyPr>
          <a:p>
            <a:pPr marL="228600" indent="-228600" defTabSz="914400">
              <a:lnSpc>
                <a:spcPct val="90000"/>
              </a:lnSpc>
              <a:spcBef>
                <a:spcPts val="1001"/>
              </a:spcBef>
              <a:buClr>
                <a:srgbClr val="000000"/>
              </a:buClr>
              <a:buFont typeface="Arial"/>
              <a:buChar char="•"/>
            </a:pPr>
            <a:r>
              <a:rPr b="0" lang="en-US" sz="4000" spc="-1" strike="noStrike">
                <a:solidFill>
                  <a:schemeClr val="dk1"/>
                </a:solidFill>
                <a:latin typeface="Calibri"/>
              </a:rPr>
              <a:t>CREATE TABLE manufacturer</a:t>
            </a:r>
            <a:r>
              <a:rPr b="0" lang="en-US" sz="4000" spc="-1" strike="noStrike">
                <a:solidFill>
                  <a:schemeClr val="dk1"/>
                </a:solidFill>
                <a:latin typeface="Calibri"/>
              </a:rPr>
              <a:t>	</a:t>
            </a:r>
            <a:r>
              <a:rPr b="0" lang="en-US" sz="4000" spc="-1" strike="noStrike">
                <a:solidFill>
                  <a:schemeClr val="dk1"/>
                </a:solidFill>
                <a:latin typeface="Calibri"/>
              </a:rPr>
              <a:t>(</a:t>
            </a:r>
            <a:endParaRPr b="0" lang="en-US" sz="4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4000" spc="-1" strike="noStrike">
                <a:solidFill>
                  <a:schemeClr val="dk1"/>
                </a:solidFill>
                <a:latin typeface="Calibri"/>
              </a:rPr>
              <a:t>	</a:t>
            </a:r>
            <a:r>
              <a:rPr b="0" lang="en-US" sz="4000" spc="-1" strike="noStrike">
                <a:solidFill>
                  <a:schemeClr val="dk1"/>
                </a:solidFill>
                <a:latin typeface="Calibri"/>
              </a:rPr>
              <a:t>id_manufacturer serial,</a:t>
            </a:r>
            <a:endParaRPr b="0" lang="en-US" sz="4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4000" spc="-1" strike="noStrike">
                <a:solidFill>
                  <a:schemeClr val="dk1"/>
                </a:solidFill>
                <a:latin typeface="Calibri"/>
              </a:rPr>
              <a:t>	</a:t>
            </a:r>
            <a:r>
              <a:rPr b="0" lang="en-US" sz="4000" spc="-1" strike="noStrike">
                <a:solidFill>
                  <a:schemeClr val="dk1"/>
                </a:solidFill>
                <a:latin typeface="Calibri"/>
              </a:rPr>
              <a:t>manufacturer varchar(50) not null</a:t>
            </a:r>
            <a:r>
              <a:rPr b="0" lang="en-US" sz="4000" spc="-1" strike="noStrike">
                <a:solidFill>
                  <a:schemeClr val="dk1"/>
                </a:solidFill>
                <a:latin typeface="Calibri"/>
              </a:rPr>
              <a:t>	</a:t>
            </a:r>
            <a:r>
              <a:rPr b="0" lang="en-US" sz="4000" spc="-1" strike="noStrike">
                <a:solidFill>
                  <a:schemeClr val="dk1"/>
                </a:solidFill>
                <a:latin typeface="Calibri"/>
              </a:rPr>
              <a:t>);</a:t>
            </a:r>
            <a:endParaRPr b="0" lang="en-US" sz="4000" spc="-1" strike="noStrike">
              <a:solidFill>
                <a:srgbClr val="000000"/>
              </a:solidFill>
              <a:latin typeface="Arial"/>
            </a:endParaRPr>
          </a:p>
          <a:p>
            <a:pPr indent="0" defTabSz="914400">
              <a:lnSpc>
                <a:spcPct val="90000"/>
              </a:lnSpc>
              <a:spcBef>
                <a:spcPts val="1001"/>
              </a:spcBef>
              <a:buNone/>
              <a:tabLst>
                <a:tab algn="l" pos="0"/>
              </a:tabLst>
            </a:pPr>
            <a:endParaRPr b="0" lang="en-US" sz="23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3300" spc="-1" strike="noStrike">
                <a:solidFill>
                  <a:schemeClr val="dk1"/>
                </a:solidFill>
                <a:latin typeface="Calibri"/>
              </a:rPr>
              <a:t>CREATE UNIQUE INDEX manufacturer_id_manufacturer_uindex</a:t>
            </a:r>
            <a:endParaRPr b="0" lang="en-US" sz="33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3300" spc="-1" strike="noStrike">
                <a:solidFill>
                  <a:schemeClr val="dk1"/>
                </a:solidFill>
                <a:latin typeface="Calibri"/>
              </a:rPr>
              <a:t>	</a:t>
            </a:r>
            <a:r>
              <a:rPr b="0" lang="en-US" sz="3300" spc="-1" strike="noStrike">
                <a:solidFill>
                  <a:schemeClr val="dk1"/>
                </a:solidFill>
                <a:latin typeface="Calibri"/>
              </a:rPr>
              <a:t>ON manufacturer (id_manufacturer);</a:t>
            </a:r>
            <a:endParaRPr b="0" lang="en-US" sz="33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3300" spc="-1" strike="noStrike">
                <a:solidFill>
                  <a:schemeClr val="dk1"/>
                </a:solidFill>
                <a:latin typeface="Calibri"/>
              </a:rPr>
              <a:t>CREATE UNIQUE INDEX manufacturer_manufacturer_uindex</a:t>
            </a:r>
            <a:endParaRPr b="0" lang="en-US" sz="33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3300" spc="-1" strike="noStrike">
                <a:solidFill>
                  <a:schemeClr val="dk1"/>
                </a:solidFill>
                <a:latin typeface="Calibri"/>
              </a:rPr>
              <a:t>	</a:t>
            </a:r>
            <a:r>
              <a:rPr b="0" lang="en-US" sz="3300" spc="-1" strike="noStrike">
                <a:solidFill>
                  <a:schemeClr val="dk1"/>
                </a:solidFill>
                <a:latin typeface="Calibri"/>
              </a:rPr>
              <a:t>ON manufacturer (manufacturer);</a:t>
            </a:r>
            <a:endParaRPr b="0" lang="en-US" sz="3300" spc="-1" strike="noStrike">
              <a:solidFill>
                <a:srgbClr val="000000"/>
              </a:solidFill>
              <a:latin typeface="Arial"/>
            </a:endParaRPr>
          </a:p>
          <a:p>
            <a:pPr indent="0" defTabSz="914400">
              <a:lnSpc>
                <a:spcPct val="90000"/>
              </a:lnSpc>
              <a:spcBef>
                <a:spcPts val="1001"/>
              </a:spcBef>
              <a:buNone/>
              <a:tabLst>
                <a:tab algn="l" pos="0"/>
              </a:tabLst>
            </a:pPr>
            <a:endParaRPr b="0" lang="en-US" sz="17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3300" spc="-1" strike="noStrike">
                <a:solidFill>
                  <a:schemeClr val="dk1"/>
                </a:solidFill>
                <a:latin typeface="Calibri"/>
              </a:rPr>
              <a:t>ALTER TABLE manufacturer</a:t>
            </a:r>
            <a:endParaRPr b="0" lang="en-US" sz="33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3300" spc="-1" strike="noStrike">
                <a:solidFill>
                  <a:schemeClr val="dk1"/>
                </a:solidFill>
                <a:latin typeface="Calibri"/>
              </a:rPr>
              <a:t>	</a:t>
            </a:r>
            <a:r>
              <a:rPr b="0" lang="en-US" sz="3300" spc="-1" strike="noStrike">
                <a:solidFill>
                  <a:schemeClr val="dk1"/>
                </a:solidFill>
                <a:latin typeface="Calibri"/>
              </a:rPr>
              <a:t>ADD CONSTRAINT manufacturer_pk</a:t>
            </a:r>
            <a:endParaRPr b="0" lang="en-US" sz="33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3300" spc="-1" strike="noStrike">
                <a:solidFill>
                  <a:schemeClr val="dk1"/>
                </a:solidFill>
                <a:latin typeface="Calibri"/>
              </a:rPr>
              <a:t>	</a:t>
            </a:r>
            <a:r>
              <a:rPr b="0" lang="en-US" sz="3300" spc="-1" strike="noStrike">
                <a:solidFill>
                  <a:schemeClr val="dk1"/>
                </a:solidFill>
                <a:latin typeface="Calibri"/>
              </a:rPr>
              <a:t>	</a:t>
            </a:r>
            <a:r>
              <a:rPr b="0" lang="en-US" sz="3300" spc="-1" strike="noStrike">
                <a:solidFill>
                  <a:schemeClr val="dk1"/>
                </a:solidFill>
                <a:latin typeface="Calibri"/>
              </a:rPr>
              <a:t>PRIMARY KEY (id_manufacturer);</a:t>
            </a:r>
            <a:endParaRPr b="0" lang="en-US" sz="33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6F8DB849-0C22-44DE-A747-BDCFEBB3524B}"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rmAutofit fontScale="89999"/>
          </a:bodyPr>
          <a:p>
            <a:pPr indent="0" defTabSz="914400">
              <a:lnSpc>
                <a:spcPct val="90000"/>
              </a:lnSpc>
              <a:buNone/>
              <a:tabLst>
                <a:tab algn="l" pos="0"/>
              </a:tabLst>
            </a:pPr>
            <a:r>
              <a:rPr b="0" lang="en-US" sz="4400" spc="-1" strike="noStrike">
                <a:solidFill>
                  <a:srgbClr val="0033b3"/>
                </a:solidFill>
                <a:latin typeface="JetBrains Mono"/>
              </a:rPr>
              <a:t>INSERT INTO </a:t>
            </a:r>
            <a:r>
              <a:rPr b="0" lang="en-US" sz="4400" spc="-1" strike="noStrike">
                <a:solidFill>
                  <a:srgbClr val="000000"/>
                </a:solidFill>
                <a:latin typeface="JetBrains Mono"/>
              </a:rPr>
              <a:t>manufacturer </a:t>
            </a:r>
            <a:r>
              <a:rPr b="0" lang="en-US" sz="4400" spc="-1" strike="noStrike">
                <a:solidFill>
                  <a:srgbClr val="080808"/>
                </a:solidFill>
                <a:latin typeface="JetBrains Mono"/>
              </a:rPr>
              <a:t>(</a:t>
            </a:r>
            <a:r>
              <a:rPr b="0" lang="en-US" sz="4400" spc="-1" strike="noStrike">
                <a:solidFill>
                  <a:srgbClr val="000000"/>
                </a:solidFill>
                <a:latin typeface="JetBrains Mono"/>
              </a:rPr>
              <a:t>manufacturer</a:t>
            </a:r>
            <a:r>
              <a:rPr b="0" lang="en-US" sz="4400" spc="-1" strike="noStrike">
                <a:solidFill>
                  <a:srgbClr val="080808"/>
                </a:solidFill>
                <a:latin typeface="JetBrains Mono"/>
              </a:rPr>
              <a:t>)</a:t>
            </a:r>
            <a:br>
              <a:rPr sz="4400"/>
            </a:br>
            <a:r>
              <a:rPr b="0" lang="en-US" sz="4400" spc="-1" strike="noStrike">
                <a:solidFill>
                  <a:srgbClr val="0033b3"/>
                </a:solidFill>
                <a:latin typeface="JetBrains Mono"/>
              </a:rPr>
              <a:t>VALUES</a:t>
            </a:r>
            <a:endParaRPr b="0" lang="en-US" sz="4400" spc="-1" strike="noStrike">
              <a:solidFill>
                <a:srgbClr val="000000"/>
              </a:solidFill>
              <a:latin typeface="Arial"/>
            </a:endParaRPr>
          </a:p>
        </p:txBody>
      </p:sp>
      <p:sp>
        <p:nvSpPr>
          <p:cNvPr id="98" name="PlaceHolder 2"/>
          <p:cNvSpPr>
            <a:spLocks noGrp="1"/>
          </p:cNvSpPr>
          <p:nvPr>
            <p:ph/>
          </p:nvPr>
        </p:nvSpPr>
        <p:spPr>
          <a:xfrm>
            <a:off x="838080" y="2012040"/>
            <a:ext cx="5180760" cy="3978360"/>
          </a:xfrm>
          <a:prstGeom prst="rect">
            <a:avLst/>
          </a:prstGeom>
          <a:solidFill>
            <a:srgbClr val="ffffff"/>
          </a:solidFill>
          <a:ln w="0">
            <a:noFill/>
          </a:ln>
        </p:spPr>
        <p:txBody>
          <a:bodyPr numCol="1" spcCol="0" lIns="91440" rIns="91440" tIns="45720" bIns="45720" anchor="ctr">
            <a:noAutofit/>
          </a:bodyPr>
          <a:p>
            <a:pPr indent="0" defTabSz="914400">
              <a:lnSpc>
                <a:spcPct val="100000"/>
              </a:lnSpc>
              <a:buNone/>
              <a:tabLst>
                <a:tab algn="l" pos="0"/>
              </a:tabLst>
            </a:pPr>
            <a:r>
              <a:rPr b="0" lang="en-US" sz="2000" spc="-1" strike="noStrike">
                <a:solidFill>
                  <a:srgbClr val="0033b3"/>
                </a:solidFill>
                <a:latin typeface="JetBrains Mono"/>
              </a:rPr>
              <a:t>    </a:t>
            </a:r>
            <a:r>
              <a:rPr b="0" lang="en-US" sz="2000" spc="-1" strike="noStrike">
                <a:solidFill>
                  <a:srgbClr val="080808"/>
                </a:solidFill>
                <a:latin typeface="JetBrains Mono"/>
              </a:rPr>
              <a:t>(</a:t>
            </a:r>
            <a:r>
              <a:rPr b="0" lang="en-US" sz="2000" spc="-1" strike="noStrike">
                <a:solidFill>
                  <a:srgbClr val="067d17"/>
                </a:solidFill>
                <a:latin typeface="JetBrains Mono"/>
              </a:rPr>
              <a:t>'Abarth'</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'Acura'</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'Aixam'</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'Alfa Romeo'</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'Altul'</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'Aro'</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'Aston Martin'</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'Audi'</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'Austin'</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'Bentley'</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'BMW'</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'Bugatti'</a:t>
            </a:r>
            <a:r>
              <a:rPr b="0" lang="en-US" sz="2000" spc="-1" strike="noStrike">
                <a:solidFill>
                  <a:srgbClr val="080808"/>
                </a:solidFill>
                <a:latin typeface="JetBrains Mono"/>
              </a:rPr>
              <a:t>),</a:t>
            </a:r>
            <a:endParaRPr b="0" lang="en-US" sz="2000" spc="-1" strike="noStrike">
              <a:solidFill>
                <a:srgbClr val="000000"/>
              </a:solidFill>
              <a:latin typeface="Arial"/>
            </a:endParaRPr>
          </a:p>
        </p:txBody>
      </p:sp>
      <p:sp>
        <p:nvSpPr>
          <p:cNvPr id="99" name="PlaceHolder 3"/>
          <p:cNvSpPr>
            <a:spLocks noGrp="1"/>
          </p:cNvSpPr>
          <p:nvPr>
            <p:ph/>
          </p:nvPr>
        </p:nvSpPr>
        <p:spPr>
          <a:xfrm>
            <a:off x="6172200" y="2012040"/>
            <a:ext cx="5180760" cy="3978360"/>
          </a:xfrm>
          <a:prstGeom prst="rect">
            <a:avLst/>
          </a:prstGeom>
          <a:solidFill>
            <a:srgbClr val="ffffff"/>
          </a:solidFill>
          <a:ln w="0">
            <a:noFill/>
          </a:ln>
        </p:spPr>
        <p:txBody>
          <a:bodyPr numCol="1" spcCol="0" lIns="91440" rIns="91440" tIns="45720" bIns="45720" anchor="ctr">
            <a:noAutofit/>
          </a:bodyPr>
          <a:p>
            <a:pPr marL="228600" indent="-228600" defTabSz="914400">
              <a:lnSpc>
                <a:spcPct val="100000"/>
              </a:lnSpc>
              <a:buClr>
                <a:srgbClr val="080808"/>
              </a:buClr>
              <a:buFont typeface="Arial"/>
              <a:buChar char="•"/>
            </a:pPr>
            <a:r>
              <a:rPr b="0" lang="en-US" sz="2000" spc="-1" strike="noStrike">
                <a:solidFill>
                  <a:srgbClr val="080808"/>
                </a:solidFill>
                <a:latin typeface="JetBrains Mono"/>
              </a:rPr>
              <a:t>    </a:t>
            </a:r>
            <a:r>
              <a:rPr b="0" lang="en-US" sz="2000" spc="-1" strike="noStrike">
                <a:solidFill>
                  <a:srgbClr val="080808"/>
                </a:solidFill>
                <a:latin typeface="JetBrains Mono"/>
              </a:rPr>
              <a:t>(</a:t>
            </a:r>
            <a:r>
              <a:rPr b="0" lang="en-US" sz="2000" spc="-1" strike="noStrike">
                <a:solidFill>
                  <a:srgbClr val="067d17"/>
                </a:solidFill>
                <a:latin typeface="JetBrains Mono"/>
              </a:rPr>
              <a:t>'Buick'</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'Cadillac'</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'Chatenet'</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'Chevrolet'</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'Chrysler'</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'Citroën'</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'Comarth'</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'Cupra'</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'Dacia'</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'Daewoo'</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'Daihatsu'</a:t>
            </a:r>
            <a:r>
              <a:rPr b="0" lang="en-US" sz="2000" spc="-1" strike="noStrike">
                <a:solidFill>
                  <a:srgbClr val="080808"/>
                </a:solidFill>
                <a:latin typeface="JetBrains Mono"/>
              </a:rPr>
              <a:t>),</a:t>
            </a:r>
            <a:br>
              <a:rPr sz="2000"/>
            </a:br>
            <a:r>
              <a:rPr b="0" lang="en-US" sz="2000" spc="-1" strike="noStrike">
                <a:solidFill>
                  <a:srgbClr val="080808"/>
                </a:solidFill>
                <a:latin typeface="JetBrains Mono"/>
              </a:rPr>
              <a:t>    (</a:t>
            </a:r>
            <a:r>
              <a:rPr b="0" lang="en-US" sz="2000" spc="-1" strike="noStrike">
                <a:solidFill>
                  <a:srgbClr val="067d17"/>
                </a:solidFill>
                <a:latin typeface="JetBrains Mono"/>
              </a:rPr>
              <a:t>'De Lorean'</a:t>
            </a:r>
            <a:r>
              <a:rPr b="0" lang="en-US" sz="2000" spc="-1" strike="noStrike">
                <a:solidFill>
                  <a:srgbClr val="080808"/>
                </a:solidFill>
                <a:latin typeface="JetBrains Mono"/>
              </a:rPr>
              <a:t>)</a:t>
            </a:r>
            <a:endParaRPr b="0" lang="en-US" sz="2000" spc="-1" strike="noStrike">
              <a:solidFill>
                <a:srgbClr val="000000"/>
              </a:solidFill>
              <a:latin typeface="Arial"/>
            </a:endParaRPr>
          </a:p>
        </p:txBody>
      </p:sp>
      <p:sp>
        <p:nvSpPr>
          <p:cNvPr id="5" name="PlaceHolder 4"/>
          <p:cNvSpPr>
            <a:spLocks noGrp="1"/>
          </p:cNvSpPr>
          <p:nvPr>
            <p:ph type="ftr" idx="19"/>
          </p:nvPr>
        </p:nvSpPr>
        <p:spPr/>
        <p:txBody>
          <a:bodyPr/>
          <a:p>
            <a:r>
              <a:t>DataBase with PostgreSQL</a:t>
            </a:r>
          </a:p>
        </p:txBody>
      </p:sp>
      <p:sp>
        <p:nvSpPr>
          <p:cNvPr id="6" name="PlaceHolder 5"/>
          <p:cNvSpPr>
            <a:spLocks noGrp="1"/>
          </p:cNvSpPr>
          <p:nvPr>
            <p:ph type="sldNum" idx="20"/>
          </p:nvPr>
        </p:nvSpPr>
        <p:spPr/>
        <p:txBody>
          <a:bodyPr/>
          <a:p>
            <a:fld id="{8E79E93E-B8D8-47C8-979D-3CFA1F1F7B7A}"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101"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fontScale="87222" lnSpcReduction="10000"/>
          </a:bodyPr>
          <a:p>
            <a:pPr marL="228600" indent="-228600" defTabSz="914400">
              <a:lnSpc>
                <a:spcPct val="90000"/>
              </a:lnSpc>
              <a:spcBef>
                <a:spcPts val="1001"/>
              </a:spcBef>
              <a:buClr>
                <a:srgbClr val="000000"/>
              </a:buClr>
              <a:buFont typeface="Arial"/>
              <a:buChar char="•"/>
            </a:pPr>
            <a:r>
              <a:rPr b="0" lang="en-US" sz="3000" spc="-1" strike="noStrike">
                <a:solidFill>
                  <a:schemeClr val="dk1"/>
                </a:solidFill>
                <a:latin typeface="Calibri"/>
              </a:rPr>
              <a:t>CREATE TABLE model</a:t>
            </a:r>
            <a:r>
              <a:rPr b="0" lang="en-US" sz="3000" spc="-1" strike="noStrike">
                <a:solidFill>
                  <a:schemeClr val="dk1"/>
                </a:solidFill>
                <a:latin typeface="Calibri"/>
              </a:rPr>
              <a:t>	</a:t>
            </a:r>
            <a:r>
              <a:rPr b="0" lang="en-US" sz="3000" spc="-1" strike="noStrike">
                <a:solidFill>
                  <a:schemeClr val="dk1"/>
                </a:solidFill>
                <a:latin typeface="Calibri"/>
              </a:rPr>
              <a:t>(</a:t>
            </a:r>
            <a:br>
              <a:rPr sz="3000"/>
            </a:br>
            <a:r>
              <a:rPr b="0" lang="en-US" sz="3000" spc="-1" strike="noStrike">
                <a:solidFill>
                  <a:schemeClr val="dk1"/>
                </a:solidFill>
                <a:latin typeface="Calibri"/>
              </a:rPr>
              <a:t>   id_model serial,</a:t>
            </a:r>
            <a:br>
              <a:rPr sz="3000"/>
            </a:br>
            <a:r>
              <a:rPr b="0" lang="en-US" sz="3000" spc="-1" strike="noStrike">
                <a:solidFill>
                  <a:schemeClr val="dk1"/>
                </a:solidFill>
                <a:latin typeface="Calibri"/>
              </a:rPr>
              <a:t>   model varchar(50),</a:t>
            </a:r>
            <a:br>
              <a:rPr sz="3000"/>
            </a:br>
            <a:r>
              <a:rPr b="0" lang="en-US" sz="3000" spc="-1" strike="noStrike">
                <a:solidFill>
                  <a:schemeClr val="dk1"/>
                </a:solidFill>
                <a:latin typeface="Calibri"/>
              </a:rPr>
              <a:t>   id_manufacturer int );</a:t>
            </a:r>
            <a:endParaRPr b="0" lang="en-US" sz="30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900" spc="-1" strike="noStrike">
                <a:solidFill>
                  <a:schemeClr val="dk1"/>
                </a:solidFill>
                <a:latin typeface="Calibri"/>
              </a:rPr>
              <a:t>CREATE UNIQUE INDEX model_id_model_uindex</a:t>
            </a:r>
            <a:br>
              <a:rPr sz="2900"/>
            </a:br>
            <a:r>
              <a:rPr b="0" lang="en-US" sz="2900" spc="-1" strike="noStrike">
                <a:solidFill>
                  <a:schemeClr val="dk1"/>
                </a:solidFill>
                <a:latin typeface="Calibri"/>
              </a:rPr>
              <a:t>   ON model (id_model);</a:t>
            </a:r>
            <a:endParaRPr b="0" lang="en-US" sz="29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900" spc="-1" strike="noStrike">
                <a:solidFill>
                  <a:schemeClr val="dk1"/>
                </a:solidFill>
                <a:latin typeface="Calibri"/>
              </a:rPr>
              <a:t>CREATE UNIQUE INDEX model_model_uindex</a:t>
            </a:r>
            <a:br>
              <a:rPr sz="2900"/>
            </a:br>
            <a:r>
              <a:rPr b="0" lang="en-US" sz="2900" spc="-1" strike="noStrike">
                <a:solidFill>
                  <a:schemeClr val="dk1"/>
                </a:solidFill>
                <a:latin typeface="Calibri"/>
              </a:rPr>
              <a:t>   ON model (model, CAST(id_manufacturer AS varchar(10)));</a:t>
            </a:r>
            <a:endParaRPr b="0" lang="en-US" sz="29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900" spc="-1" strike="noStrike">
                <a:solidFill>
                  <a:schemeClr val="dk1"/>
                </a:solidFill>
                <a:latin typeface="Calibri"/>
              </a:rPr>
              <a:t>ALTER TABLE model</a:t>
            </a:r>
            <a:br>
              <a:rPr sz="2900"/>
            </a:br>
            <a:r>
              <a:rPr b="0" lang="en-US" sz="2900" spc="-1" strike="noStrike">
                <a:solidFill>
                  <a:schemeClr val="dk1"/>
                </a:solidFill>
                <a:latin typeface="Calibri"/>
              </a:rPr>
              <a:t>   ADD CONSTRAINT model_pk</a:t>
            </a:r>
            <a:br>
              <a:rPr sz="2900"/>
            </a:br>
            <a:r>
              <a:rPr b="0" lang="en-US" sz="2900" spc="-1" strike="noStrike">
                <a:solidFill>
                  <a:schemeClr val="dk1"/>
                </a:solidFill>
                <a:latin typeface="Calibri"/>
              </a:rPr>
              <a:t>      PRIMARY KEY (id_model);</a:t>
            </a:r>
            <a:endParaRPr b="0" lang="en-US" sz="29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4BE2AAEF-CAA8-4697-B0C1-00183283ADAD}"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ALTER TABLE model</a:t>
            </a:r>
            <a:endParaRPr b="0" lang="en-US" sz="4400" spc="-1" strike="noStrike">
              <a:solidFill>
                <a:srgbClr val="000000"/>
              </a:solidFill>
              <a:latin typeface="Arial"/>
            </a:endParaRPr>
          </a:p>
        </p:txBody>
      </p:sp>
      <p:pic>
        <p:nvPicPr>
          <p:cNvPr id="103" name="Content Placeholder 6" descr=""/>
          <p:cNvPicPr/>
          <p:nvPr/>
        </p:nvPicPr>
        <p:blipFill>
          <a:blip r:embed="rId1"/>
          <a:stretch/>
        </p:blipFill>
        <p:spPr>
          <a:xfrm>
            <a:off x="2468880" y="1554480"/>
            <a:ext cx="7606800" cy="345204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8588810B-FEE5-45AA-BCE3-1424A25407BE}"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Foreign Keys</a:t>
            </a:r>
            <a:endParaRPr b="0" lang="en-US" sz="4400" spc="-1" strike="noStrike">
              <a:solidFill>
                <a:srgbClr val="000000"/>
              </a:solidFill>
              <a:latin typeface="Arial"/>
            </a:endParaRPr>
          </a:p>
        </p:txBody>
      </p:sp>
      <p:pic>
        <p:nvPicPr>
          <p:cNvPr id="105" name="Content Placeholder 6" descr=""/>
          <p:cNvPicPr/>
          <p:nvPr/>
        </p:nvPicPr>
        <p:blipFill>
          <a:blip r:embed="rId1"/>
          <a:stretch/>
        </p:blipFill>
        <p:spPr>
          <a:xfrm>
            <a:off x="1828800" y="1463040"/>
            <a:ext cx="9529560" cy="458424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4175F257-4C0A-4A2D-8C72-8C592953AF4B}"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Add Foreign Keys</a:t>
            </a:r>
            <a:endParaRPr b="0" lang="en-US" sz="4400" spc="-1" strike="noStrike">
              <a:solidFill>
                <a:srgbClr val="000000"/>
              </a:solidFill>
              <a:latin typeface="Arial"/>
            </a:endParaRPr>
          </a:p>
        </p:txBody>
      </p:sp>
      <p:sp>
        <p:nvSpPr>
          <p:cNvPr id="107"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pic>
        <p:nvPicPr>
          <p:cNvPr id="108" name="Content Placeholder 6" descr=""/>
          <p:cNvPicPr/>
          <p:nvPr/>
        </p:nvPicPr>
        <p:blipFill>
          <a:blip r:embed="rId1"/>
          <a:stretch/>
        </p:blipFill>
        <p:spPr>
          <a:xfrm>
            <a:off x="1828800" y="1463040"/>
            <a:ext cx="9452520" cy="4416840"/>
          </a:xfrm>
          <a:prstGeom prst="rect">
            <a:avLst/>
          </a:prstGeom>
          <a:ln w="0">
            <a:noFill/>
          </a:ln>
        </p:spPr>
      </p:pic>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E25632FF-2AAD-4EC5-AD8D-8B3BC6DDF616}"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pic>
        <p:nvPicPr>
          <p:cNvPr id="110" name="Content Placeholder 10" descr=""/>
          <p:cNvPicPr/>
          <p:nvPr/>
        </p:nvPicPr>
        <p:blipFill>
          <a:blip r:embed="rId1"/>
          <a:stretch/>
        </p:blipFill>
        <p:spPr>
          <a:xfrm>
            <a:off x="914400" y="365040"/>
            <a:ext cx="5600520" cy="5189040"/>
          </a:xfrm>
          <a:prstGeom prst="rect">
            <a:avLst/>
          </a:prstGeom>
          <a:ln w="0">
            <a:noFill/>
          </a:ln>
        </p:spPr>
      </p:pic>
      <p:pic>
        <p:nvPicPr>
          <p:cNvPr id="111" name="Picture 12" descr=""/>
          <p:cNvPicPr/>
          <p:nvPr/>
        </p:nvPicPr>
        <p:blipFill>
          <a:blip r:embed="rId2"/>
          <a:stretch/>
        </p:blipFill>
        <p:spPr>
          <a:xfrm>
            <a:off x="6309360" y="365040"/>
            <a:ext cx="5569920" cy="487656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0F52AA9D-9752-48F9-BDC6-635F872643A3}"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000" spc="-1" strike="noStrike">
                <a:solidFill>
                  <a:schemeClr val="dk1"/>
                </a:solidFill>
                <a:latin typeface="Calibri Light"/>
              </a:rPr>
              <a:t>id_manufacturer FK from model</a:t>
            </a:r>
            <a:r>
              <a:rPr b="0" lang="en-US" sz="4000" spc="-1" strike="noStrike">
                <a:solidFill>
                  <a:schemeClr val="dk1"/>
                </a:solidFill>
                <a:latin typeface="Calibri Light"/>
              </a:rPr>
              <a:t>	</a:t>
            </a:r>
            <a:r>
              <a:rPr b="0" lang="en-US" sz="3600" spc="-1" strike="noStrike">
                <a:solidFill>
                  <a:schemeClr val="dk1"/>
                </a:solidFill>
                <a:latin typeface="Calibri Light"/>
              </a:rPr>
              <a:t>REFERENCES</a:t>
            </a:r>
            <a:br>
              <a:rPr sz="4000"/>
            </a:br>
            <a:r>
              <a:rPr b="0" lang="en-US" sz="4000" spc="-1" strike="noStrike">
                <a:solidFill>
                  <a:schemeClr val="dk1"/>
                </a:solidFill>
                <a:latin typeface="Calibri Light"/>
              </a:rPr>
              <a:t>id_manufacturer PK of manufacturer</a:t>
            </a:r>
            <a:endParaRPr b="0" lang="en-US" sz="4000" spc="-1" strike="noStrike">
              <a:solidFill>
                <a:srgbClr val="000000"/>
              </a:solidFill>
              <a:latin typeface="Arial"/>
            </a:endParaRPr>
          </a:p>
        </p:txBody>
      </p:sp>
      <p:pic>
        <p:nvPicPr>
          <p:cNvPr id="113" name="Content Placeholder 6" descr=""/>
          <p:cNvPicPr/>
          <p:nvPr/>
        </p:nvPicPr>
        <p:blipFill>
          <a:blip r:embed="rId1"/>
          <a:stretch/>
        </p:blipFill>
        <p:spPr>
          <a:xfrm>
            <a:off x="731520" y="1645920"/>
            <a:ext cx="5615640" cy="4792680"/>
          </a:xfrm>
          <a:prstGeom prst="rect">
            <a:avLst/>
          </a:prstGeom>
          <a:ln w="0">
            <a:noFill/>
          </a:ln>
        </p:spPr>
      </p:pic>
      <p:pic>
        <p:nvPicPr>
          <p:cNvPr id="114" name="Picture 8" descr=""/>
          <p:cNvPicPr/>
          <p:nvPr/>
        </p:nvPicPr>
        <p:blipFill>
          <a:blip r:embed="rId2"/>
          <a:stretch/>
        </p:blipFill>
        <p:spPr>
          <a:xfrm>
            <a:off x="5852160" y="1645920"/>
            <a:ext cx="5623200" cy="475452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5FB74E5E-E714-4672-8AB2-E3F80DD8FED0}"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pic>
        <p:nvPicPr>
          <p:cNvPr id="116" name="Content Placeholder 6" descr=""/>
          <p:cNvPicPr/>
          <p:nvPr/>
        </p:nvPicPr>
        <p:blipFill>
          <a:blip r:embed="rId1"/>
          <a:stretch/>
        </p:blipFill>
        <p:spPr>
          <a:xfrm>
            <a:off x="914400" y="457200"/>
            <a:ext cx="6328440" cy="578052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D790E109-10F1-4148-BD76-8F776BA9BFAB}"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pic>
        <p:nvPicPr>
          <p:cNvPr id="118" name="Content Placeholder 6" descr=""/>
          <p:cNvPicPr/>
          <p:nvPr/>
        </p:nvPicPr>
        <p:blipFill>
          <a:blip r:embed="rId1"/>
          <a:stretch/>
        </p:blipFill>
        <p:spPr>
          <a:xfrm>
            <a:off x="914400" y="457200"/>
            <a:ext cx="9761040" cy="575136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F7AF88FF-FEE1-4DDE-8D02-5C92330D01E9}"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rmAutofit fontScale="87222" lnSpcReduction="20000"/>
          </a:bodyPr>
          <a:p>
            <a:pPr indent="0" defTabSz="914400">
              <a:lnSpc>
                <a:spcPct val="90000"/>
              </a:lnSpc>
              <a:buNone/>
              <a:tabLst>
                <a:tab algn="l" pos="0"/>
              </a:tabLst>
            </a:pPr>
            <a:r>
              <a:rPr b="0" lang="en-US" sz="4400" spc="-1" strike="noStrike">
                <a:solidFill>
                  <a:srgbClr val="0033b3"/>
                </a:solidFill>
                <a:latin typeface="JetBrains Mono"/>
              </a:rPr>
              <a:t>INSERT INTO </a:t>
            </a:r>
            <a:r>
              <a:rPr b="0" lang="en-US" sz="4400" spc="-1" strike="noStrike">
                <a:solidFill>
                  <a:srgbClr val="000000"/>
                </a:solidFill>
                <a:latin typeface="JetBrains Mono"/>
              </a:rPr>
              <a:t>model </a:t>
            </a:r>
            <a:r>
              <a:rPr b="0" lang="en-US" sz="4400" spc="-1" strike="noStrike">
                <a:solidFill>
                  <a:srgbClr val="080808"/>
                </a:solidFill>
                <a:latin typeface="JetBrains Mono"/>
              </a:rPr>
              <a:t>(</a:t>
            </a:r>
            <a:r>
              <a:rPr b="0" lang="en-US" sz="4400" spc="-1" strike="noStrike">
                <a:solidFill>
                  <a:srgbClr val="871094"/>
                </a:solidFill>
                <a:latin typeface="JetBrains Mono"/>
              </a:rPr>
              <a:t>id_manufacturer</a:t>
            </a:r>
            <a:r>
              <a:rPr b="0" lang="en-US" sz="4400" spc="-1" strike="noStrike">
                <a:solidFill>
                  <a:srgbClr val="080808"/>
                </a:solidFill>
                <a:latin typeface="JetBrains Mono"/>
              </a:rPr>
              <a:t>, </a:t>
            </a:r>
            <a:r>
              <a:rPr b="0" lang="en-US" sz="4400" spc="-1" strike="noStrike">
                <a:solidFill>
                  <a:srgbClr val="000000"/>
                </a:solidFill>
                <a:latin typeface="JetBrains Mono"/>
              </a:rPr>
              <a:t>model</a:t>
            </a:r>
            <a:r>
              <a:rPr b="0" lang="en-US" sz="4400" spc="-1" strike="noStrike">
                <a:solidFill>
                  <a:srgbClr val="080808"/>
                </a:solidFill>
                <a:latin typeface="JetBrains Mono"/>
              </a:rPr>
              <a:t>)</a:t>
            </a:r>
            <a:br>
              <a:rPr sz="4400"/>
            </a:br>
            <a:r>
              <a:rPr b="0" lang="en-US" sz="4400" spc="-1" strike="noStrike">
                <a:solidFill>
                  <a:srgbClr val="0033b3"/>
                </a:solidFill>
                <a:latin typeface="JetBrains Mono"/>
              </a:rPr>
              <a:t>VALUES</a:t>
            </a:r>
            <a:endParaRPr b="0" lang="en-US" sz="4400" spc="-1" strike="noStrike">
              <a:solidFill>
                <a:srgbClr val="000000"/>
              </a:solidFill>
              <a:latin typeface="Arial"/>
            </a:endParaRPr>
          </a:p>
        </p:txBody>
      </p:sp>
      <p:sp>
        <p:nvSpPr>
          <p:cNvPr id="120" name="PlaceHolder 2"/>
          <p:cNvSpPr>
            <a:spLocks noGrp="1"/>
          </p:cNvSpPr>
          <p:nvPr>
            <p:ph/>
          </p:nvPr>
        </p:nvSpPr>
        <p:spPr>
          <a:xfrm>
            <a:off x="838080" y="1825560"/>
            <a:ext cx="518076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80808"/>
              </a:buClr>
              <a:buFont typeface="Arial"/>
              <a:buChar char="•"/>
            </a:pPr>
            <a:r>
              <a:rPr b="0" lang="en-US" sz="2800" spc="-1" strike="noStrike">
                <a:solidFill>
                  <a:srgbClr val="080808"/>
                </a:solidFill>
                <a:latin typeface="JetBrains Mono"/>
              </a:rPr>
              <a:t>    </a:t>
            </a:r>
            <a:r>
              <a:rPr b="0" lang="en-US" sz="2800" spc="-1" strike="noStrike">
                <a:solidFill>
                  <a:srgbClr val="080808"/>
                </a:solidFill>
                <a:latin typeface="JetBrains Mono"/>
              </a:rPr>
              <a:t>(</a:t>
            </a:r>
            <a:r>
              <a:rPr b="0" lang="en-US" sz="2800" spc="-1" strike="noStrike">
                <a:solidFill>
                  <a:srgbClr val="1750eb"/>
                </a:solidFill>
                <a:latin typeface="JetBrains Mono"/>
              </a:rPr>
              <a:t>21</a:t>
            </a:r>
            <a:r>
              <a:rPr b="0" lang="en-US" sz="2800" spc="-1" strike="noStrike">
                <a:solidFill>
                  <a:srgbClr val="080808"/>
                </a:solidFill>
                <a:latin typeface="JetBrains Mono"/>
              </a:rPr>
              <a:t>, </a:t>
            </a:r>
            <a:r>
              <a:rPr b="0" lang="en-US" sz="2800" spc="-1" strike="noStrike">
                <a:solidFill>
                  <a:srgbClr val="067d17"/>
                </a:solidFill>
                <a:latin typeface="JetBrains Mono"/>
              </a:rPr>
              <a:t>'1100'</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1750eb"/>
                </a:solidFill>
                <a:latin typeface="JetBrains Mono"/>
              </a:rPr>
              <a:t>21</a:t>
            </a:r>
            <a:r>
              <a:rPr b="0" lang="en-US" sz="2800" spc="-1" strike="noStrike">
                <a:solidFill>
                  <a:srgbClr val="080808"/>
                </a:solidFill>
                <a:latin typeface="JetBrains Mono"/>
              </a:rPr>
              <a:t>, </a:t>
            </a:r>
            <a:r>
              <a:rPr b="0" lang="en-US" sz="2800" spc="-1" strike="noStrike">
                <a:solidFill>
                  <a:srgbClr val="067d17"/>
                </a:solidFill>
                <a:latin typeface="JetBrains Mono"/>
              </a:rPr>
              <a:t>'1300'</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1750eb"/>
                </a:solidFill>
                <a:latin typeface="JetBrains Mono"/>
              </a:rPr>
              <a:t>21</a:t>
            </a:r>
            <a:r>
              <a:rPr b="0" lang="en-US" sz="2800" spc="-1" strike="noStrike">
                <a:solidFill>
                  <a:srgbClr val="080808"/>
                </a:solidFill>
                <a:latin typeface="JetBrains Mono"/>
              </a:rPr>
              <a:t>, </a:t>
            </a:r>
            <a:r>
              <a:rPr b="0" lang="en-US" sz="2800" spc="-1" strike="noStrike">
                <a:solidFill>
                  <a:srgbClr val="067d17"/>
                </a:solidFill>
                <a:latin typeface="JetBrains Mono"/>
              </a:rPr>
              <a:t>'1400'</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1750eb"/>
                </a:solidFill>
                <a:latin typeface="JetBrains Mono"/>
              </a:rPr>
              <a:t>21</a:t>
            </a:r>
            <a:r>
              <a:rPr b="0" lang="en-US" sz="2800" spc="-1" strike="noStrike">
                <a:solidFill>
                  <a:srgbClr val="080808"/>
                </a:solidFill>
                <a:latin typeface="JetBrains Mono"/>
              </a:rPr>
              <a:t>, </a:t>
            </a:r>
            <a:r>
              <a:rPr b="0" lang="en-US" sz="2800" spc="-1" strike="noStrike">
                <a:solidFill>
                  <a:srgbClr val="067d17"/>
                </a:solidFill>
                <a:latin typeface="JetBrains Mono"/>
              </a:rPr>
              <a:t>'1410'</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1750eb"/>
                </a:solidFill>
                <a:latin typeface="JetBrains Mono"/>
              </a:rPr>
              <a:t>21</a:t>
            </a:r>
            <a:r>
              <a:rPr b="0" lang="en-US" sz="2800" spc="-1" strike="noStrike">
                <a:solidFill>
                  <a:srgbClr val="080808"/>
                </a:solidFill>
                <a:latin typeface="JetBrains Mono"/>
              </a:rPr>
              <a:t>, </a:t>
            </a:r>
            <a:r>
              <a:rPr b="0" lang="en-US" sz="2800" spc="-1" strike="noStrike">
                <a:solidFill>
                  <a:srgbClr val="067d17"/>
                </a:solidFill>
                <a:latin typeface="JetBrains Mono"/>
              </a:rPr>
              <a:t>'Altul'</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1750eb"/>
                </a:solidFill>
                <a:latin typeface="JetBrains Mono"/>
              </a:rPr>
              <a:t>21</a:t>
            </a:r>
            <a:r>
              <a:rPr b="0" lang="en-US" sz="2800" spc="-1" strike="noStrike">
                <a:solidFill>
                  <a:srgbClr val="080808"/>
                </a:solidFill>
                <a:latin typeface="JetBrains Mono"/>
              </a:rPr>
              <a:t>, </a:t>
            </a:r>
            <a:r>
              <a:rPr b="0" lang="en-US" sz="2800" spc="-1" strike="noStrike">
                <a:solidFill>
                  <a:srgbClr val="067d17"/>
                </a:solidFill>
                <a:latin typeface="JetBrains Mono"/>
              </a:rPr>
              <a:t>'Dokker'</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1750eb"/>
                </a:solidFill>
                <a:latin typeface="JetBrains Mono"/>
              </a:rPr>
              <a:t>21</a:t>
            </a:r>
            <a:r>
              <a:rPr b="0" lang="en-US" sz="2800" spc="-1" strike="noStrike">
                <a:solidFill>
                  <a:srgbClr val="080808"/>
                </a:solidFill>
                <a:latin typeface="JetBrains Mono"/>
              </a:rPr>
              <a:t>, </a:t>
            </a:r>
            <a:r>
              <a:rPr b="0" lang="en-US" sz="2800" spc="-1" strike="noStrike">
                <a:solidFill>
                  <a:srgbClr val="067d17"/>
                </a:solidFill>
                <a:latin typeface="JetBrains Mono"/>
              </a:rPr>
              <a:t>'Duster'</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1750eb"/>
                </a:solidFill>
                <a:latin typeface="JetBrains Mono"/>
              </a:rPr>
              <a:t>21</a:t>
            </a:r>
            <a:r>
              <a:rPr b="0" lang="en-US" sz="2800" spc="-1" strike="noStrike">
                <a:solidFill>
                  <a:srgbClr val="080808"/>
                </a:solidFill>
                <a:latin typeface="JetBrains Mono"/>
              </a:rPr>
              <a:t>, </a:t>
            </a:r>
            <a:r>
              <a:rPr b="0" lang="en-US" sz="2800" spc="-1" strike="noStrike">
                <a:solidFill>
                  <a:srgbClr val="067d17"/>
                </a:solidFill>
                <a:latin typeface="JetBrains Mono"/>
              </a:rPr>
              <a:t>'Lodgy'</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1750eb"/>
                </a:solidFill>
                <a:latin typeface="JetBrains Mono"/>
              </a:rPr>
              <a:t>21</a:t>
            </a:r>
            <a:r>
              <a:rPr b="0" lang="en-US" sz="2800" spc="-1" strike="noStrike">
                <a:solidFill>
                  <a:srgbClr val="080808"/>
                </a:solidFill>
                <a:latin typeface="JetBrains Mono"/>
              </a:rPr>
              <a:t>, </a:t>
            </a:r>
            <a:r>
              <a:rPr b="0" lang="en-US" sz="2800" spc="-1" strike="noStrike">
                <a:solidFill>
                  <a:srgbClr val="067d17"/>
                </a:solidFill>
                <a:latin typeface="JetBrains Mono"/>
              </a:rPr>
              <a:t>'Logan'</a:t>
            </a:r>
            <a:r>
              <a:rPr b="0" lang="en-US" sz="2800" spc="-1" strike="noStrike">
                <a:solidFill>
                  <a:srgbClr val="080808"/>
                </a:solidFill>
                <a:latin typeface="JetBrains Mono"/>
              </a:rPr>
              <a:t>),</a:t>
            </a:r>
            <a:endParaRPr b="0" lang="en-US" sz="2800" spc="-1" strike="noStrike">
              <a:solidFill>
                <a:srgbClr val="000000"/>
              </a:solidFill>
              <a:latin typeface="Arial"/>
            </a:endParaRPr>
          </a:p>
        </p:txBody>
      </p:sp>
      <p:sp>
        <p:nvSpPr>
          <p:cNvPr id="121" name="PlaceHolder 3"/>
          <p:cNvSpPr>
            <a:spLocks noGrp="1"/>
          </p:cNvSpPr>
          <p:nvPr>
            <p:ph/>
          </p:nvPr>
        </p:nvSpPr>
        <p:spPr>
          <a:xfrm>
            <a:off x="6172200" y="1825560"/>
            <a:ext cx="5180760" cy="4350600"/>
          </a:xfrm>
          <a:prstGeom prst="rect">
            <a:avLst/>
          </a:prstGeom>
          <a:noFill/>
          <a:ln w="0">
            <a:noFill/>
          </a:ln>
        </p:spPr>
        <p:txBody>
          <a:bodyPr lIns="91440" rIns="91440" tIns="45720" bIns="45720" anchor="t">
            <a:normAutofit fontScale="89999"/>
          </a:bodyPr>
          <a:p>
            <a:pPr marL="228600" indent="-228600" defTabSz="914400">
              <a:lnSpc>
                <a:spcPct val="90000"/>
              </a:lnSpc>
              <a:spcBef>
                <a:spcPts val="1001"/>
              </a:spcBef>
              <a:buClr>
                <a:srgbClr val="080808"/>
              </a:buClr>
              <a:buFont typeface="Arial"/>
              <a:buChar char="•"/>
            </a:pPr>
            <a:r>
              <a:rPr b="0" lang="en-US" sz="2800" spc="-1" strike="noStrike">
                <a:solidFill>
                  <a:srgbClr val="080808"/>
                </a:solidFill>
                <a:latin typeface="JetBrains Mono"/>
              </a:rPr>
              <a:t>    </a:t>
            </a:r>
            <a:r>
              <a:rPr b="0" lang="en-US" sz="2800" spc="-1" strike="noStrike">
                <a:solidFill>
                  <a:srgbClr val="080808"/>
                </a:solidFill>
                <a:latin typeface="JetBrains Mono"/>
              </a:rPr>
              <a:t>(</a:t>
            </a:r>
            <a:r>
              <a:rPr b="0" lang="en-US" sz="2800" spc="-1" strike="noStrike">
                <a:solidFill>
                  <a:srgbClr val="1750eb"/>
                </a:solidFill>
                <a:latin typeface="JetBrains Mono"/>
              </a:rPr>
              <a:t>21</a:t>
            </a:r>
            <a:r>
              <a:rPr b="0" lang="en-US" sz="2800" spc="-1" strike="noStrike">
                <a:solidFill>
                  <a:srgbClr val="080808"/>
                </a:solidFill>
                <a:latin typeface="JetBrains Mono"/>
              </a:rPr>
              <a:t>, </a:t>
            </a:r>
            <a:r>
              <a:rPr b="0" lang="en-US" sz="2800" spc="-1" strike="noStrike">
                <a:solidFill>
                  <a:srgbClr val="067d17"/>
                </a:solidFill>
                <a:latin typeface="JetBrains Mono"/>
              </a:rPr>
              <a:t>'Logan Stepway'</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1750eb"/>
                </a:solidFill>
                <a:latin typeface="JetBrains Mono"/>
              </a:rPr>
              <a:t>21</a:t>
            </a:r>
            <a:r>
              <a:rPr b="0" lang="en-US" sz="2800" spc="-1" strike="noStrike">
                <a:solidFill>
                  <a:srgbClr val="080808"/>
                </a:solidFill>
                <a:latin typeface="JetBrains Mono"/>
              </a:rPr>
              <a:t>, </a:t>
            </a:r>
            <a:r>
              <a:rPr b="0" lang="en-US" sz="2800" spc="-1" strike="noStrike">
                <a:solidFill>
                  <a:srgbClr val="067d17"/>
                </a:solidFill>
                <a:latin typeface="JetBrains Mono"/>
              </a:rPr>
              <a:t>'Logan Van'</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1750eb"/>
                </a:solidFill>
                <a:latin typeface="JetBrains Mono"/>
              </a:rPr>
              <a:t>21</a:t>
            </a:r>
            <a:r>
              <a:rPr b="0" lang="en-US" sz="2800" spc="-1" strike="noStrike">
                <a:solidFill>
                  <a:srgbClr val="080808"/>
                </a:solidFill>
                <a:latin typeface="JetBrains Mono"/>
              </a:rPr>
              <a:t>, </a:t>
            </a:r>
            <a:r>
              <a:rPr b="0" lang="en-US" sz="2800" spc="-1" strike="noStrike">
                <a:solidFill>
                  <a:srgbClr val="067d17"/>
                </a:solidFill>
                <a:latin typeface="JetBrains Mono"/>
              </a:rPr>
              <a:t>'Nova'</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1750eb"/>
                </a:solidFill>
                <a:latin typeface="JetBrains Mono"/>
              </a:rPr>
              <a:t>21</a:t>
            </a:r>
            <a:r>
              <a:rPr b="0" lang="en-US" sz="2800" spc="-1" strike="noStrike">
                <a:solidFill>
                  <a:srgbClr val="080808"/>
                </a:solidFill>
                <a:latin typeface="JetBrains Mono"/>
              </a:rPr>
              <a:t>, </a:t>
            </a:r>
            <a:r>
              <a:rPr b="0" lang="en-US" sz="2800" spc="-1" strike="noStrike">
                <a:solidFill>
                  <a:srgbClr val="067d17"/>
                </a:solidFill>
                <a:latin typeface="JetBrains Mono"/>
              </a:rPr>
              <a:t>'Pick Up'</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1750eb"/>
                </a:solidFill>
                <a:latin typeface="JetBrains Mono"/>
              </a:rPr>
              <a:t>21</a:t>
            </a:r>
            <a:r>
              <a:rPr b="0" lang="en-US" sz="2800" spc="-1" strike="noStrike">
                <a:solidFill>
                  <a:srgbClr val="080808"/>
                </a:solidFill>
                <a:latin typeface="JetBrains Mono"/>
              </a:rPr>
              <a:t>, </a:t>
            </a:r>
            <a:r>
              <a:rPr b="0" lang="en-US" sz="2800" spc="-1" strike="noStrike">
                <a:solidFill>
                  <a:srgbClr val="067d17"/>
                </a:solidFill>
                <a:latin typeface="JetBrains Mono"/>
              </a:rPr>
              <a:t>'Sandero'</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1750eb"/>
                </a:solidFill>
                <a:latin typeface="JetBrains Mono"/>
              </a:rPr>
              <a:t>21</a:t>
            </a:r>
            <a:r>
              <a:rPr b="0" lang="en-US" sz="2800" spc="-1" strike="noStrike">
                <a:solidFill>
                  <a:srgbClr val="080808"/>
                </a:solidFill>
                <a:latin typeface="JetBrains Mono"/>
              </a:rPr>
              <a:t>, </a:t>
            </a:r>
            <a:r>
              <a:rPr b="0" lang="en-US" sz="2800" spc="-1" strike="noStrike">
                <a:solidFill>
                  <a:srgbClr val="067d17"/>
                </a:solidFill>
                <a:latin typeface="JetBrains Mono"/>
              </a:rPr>
              <a:t>'Sandero Stepway'</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1750eb"/>
                </a:solidFill>
                <a:latin typeface="JetBrains Mono"/>
              </a:rPr>
              <a:t>21</a:t>
            </a:r>
            <a:r>
              <a:rPr b="0" lang="en-US" sz="2800" spc="-1" strike="noStrike">
                <a:solidFill>
                  <a:srgbClr val="080808"/>
                </a:solidFill>
                <a:latin typeface="JetBrains Mono"/>
              </a:rPr>
              <a:t>, </a:t>
            </a:r>
            <a:r>
              <a:rPr b="0" lang="en-US" sz="2800" spc="-1" strike="noStrike">
                <a:solidFill>
                  <a:srgbClr val="067d17"/>
                </a:solidFill>
                <a:latin typeface="JetBrains Mono"/>
              </a:rPr>
              <a:t>'Solenza'</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1750eb"/>
                </a:solidFill>
                <a:latin typeface="JetBrains Mono"/>
              </a:rPr>
              <a:t>21</a:t>
            </a:r>
            <a:r>
              <a:rPr b="0" lang="en-US" sz="2800" spc="-1" strike="noStrike">
                <a:solidFill>
                  <a:srgbClr val="080808"/>
                </a:solidFill>
                <a:latin typeface="JetBrains Mono"/>
              </a:rPr>
              <a:t>, </a:t>
            </a:r>
            <a:r>
              <a:rPr b="0" lang="en-US" sz="2800" spc="-1" strike="noStrike">
                <a:solidFill>
                  <a:srgbClr val="067d17"/>
                </a:solidFill>
                <a:latin typeface="JetBrains Mono"/>
              </a:rPr>
              <a:t>'Super Nova'</a:t>
            </a:r>
            <a:r>
              <a:rPr b="0" lang="en-US" sz="2800" spc="-1" strike="noStrike">
                <a:solidFill>
                  <a:srgbClr val="080808"/>
                </a:solidFill>
                <a:latin typeface="JetBrains Mono"/>
              </a:rPr>
              <a:t>)</a:t>
            </a:r>
            <a:br>
              <a:rPr sz="2800"/>
            </a:br>
            <a:br>
              <a:rPr sz="6000"/>
            </a:br>
            <a:r>
              <a:rPr b="0" lang="en-US" sz="6000" spc="-1" strike="noStrike">
                <a:solidFill>
                  <a:schemeClr val="dk1"/>
                </a:solidFill>
                <a:latin typeface="Arial"/>
              </a:rPr>
              <a:t> </a:t>
            </a:r>
            <a:endParaRPr b="0" lang="en-US" sz="60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5" name="PlaceHolder 4"/>
          <p:cNvSpPr>
            <a:spLocks noGrp="1"/>
          </p:cNvSpPr>
          <p:nvPr>
            <p:ph type="ftr" idx="19"/>
          </p:nvPr>
        </p:nvSpPr>
        <p:spPr/>
        <p:txBody>
          <a:bodyPr/>
          <a:p>
            <a:r>
              <a:t>DataBase with PostgreSQL</a:t>
            </a:r>
          </a:p>
        </p:txBody>
      </p:sp>
      <p:sp>
        <p:nvSpPr>
          <p:cNvPr id="6" name="PlaceHolder 5"/>
          <p:cNvSpPr>
            <a:spLocks noGrp="1"/>
          </p:cNvSpPr>
          <p:nvPr>
            <p:ph type="sldNum" idx="20"/>
          </p:nvPr>
        </p:nvSpPr>
        <p:spPr/>
        <p:txBody>
          <a:bodyPr/>
          <a:p>
            <a:fld id="{9C1DFB57-B2A7-447F-874E-C6CCBD85EB70}"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123"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33b3"/>
              </a:buClr>
              <a:buFont typeface="Arial"/>
              <a:buChar char="•"/>
            </a:pPr>
            <a:r>
              <a:rPr b="0" lang="en-US" sz="2800" spc="-1" strike="noStrike">
                <a:solidFill>
                  <a:srgbClr val="0033b3"/>
                </a:solidFill>
                <a:latin typeface="JetBrains Mono"/>
              </a:rPr>
              <a:t>SELECT </a:t>
            </a:r>
            <a:r>
              <a:rPr b="0" i="1" lang="en-US" sz="2800" spc="-1" strike="noStrike">
                <a:solidFill>
                  <a:srgbClr val="080808"/>
                </a:solidFill>
                <a:latin typeface="JetBrains Mono"/>
              </a:rPr>
              <a:t>* </a:t>
            </a:r>
            <a:r>
              <a:rPr b="0" lang="en-US" sz="2800" spc="-1" strike="noStrike">
                <a:solidFill>
                  <a:srgbClr val="0033b3"/>
                </a:solidFill>
                <a:latin typeface="JetBrains Mono"/>
              </a:rPr>
              <a:t>FROM </a:t>
            </a:r>
            <a:r>
              <a:rPr b="0" lang="en-US" sz="2800" spc="-1" strike="noStrike">
                <a:solidFill>
                  <a:srgbClr val="000000"/>
                </a:solidFill>
                <a:latin typeface="JetBrains Mono"/>
              </a:rPr>
              <a:t>manufacturer </a:t>
            </a:r>
            <a:r>
              <a:rPr b="0" lang="en-US" sz="2800" spc="-1" strike="noStrike">
                <a:solidFill>
                  <a:srgbClr val="0033b3"/>
                </a:solidFill>
                <a:latin typeface="JetBrains Mono"/>
              </a:rPr>
              <a:t>LEFT OUTER JOIN </a:t>
            </a:r>
            <a:r>
              <a:rPr b="0" lang="en-US" sz="2800" spc="-1" strike="noStrike">
                <a:solidFill>
                  <a:srgbClr val="000000"/>
                </a:solidFill>
                <a:latin typeface="JetBrains Mono"/>
              </a:rPr>
              <a:t>model m </a:t>
            </a:r>
            <a:r>
              <a:rPr b="0" lang="en-US" sz="2800" spc="-1" strike="noStrike">
                <a:solidFill>
                  <a:srgbClr val="0033b3"/>
                </a:solidFill>
                <a:latin typeface="JetBrains Mono"/>
              </a:rPr>
              <a:t>ON </a:t>
            </a:r>
            <a:r>
              <a:rPr b="0" lang="en-US" sz="2800" spc="-1" strike="noStrike">
                <a:solidFill>
                  <a:srgbClr val="000000"/>
                </a:solidFill>
                <a:latin typeface="JetBrains Mono"/>
              </a:rPr>
              <a:t>manufacturer</a:t>
            </a:r>
            <a:r>
              <a:rPr b="0" lang="en-US" sz="2800" spc="-1" strike="noStrike">
                <a:solidFill>
                  <a:srgbClr val="080808"/>
                </a:solidFill>
                <a:latin typeface="JetBrains Mono"/>
              </a:rPr>
              <a:t>.</a:t>
            </a:r>
            <a:r>
              <a:rPr b="0" lang="en-US" sz="2800" spc="-1" strike="noStrike">
                <a:solidFill>
                  <a:srgbClr val="871094"/>
                </a:solidFill>
                <a:latin typeface="JetBrains Mono"/>
              </a:rPr>
              <a:t>id_manufacturer </a:t>
            </a:r>
            <a:r>
              <a:rPr b="0" lang="en-US" sz="2800" spc="-1" strike="noStrike">
                <a:solidFill>
                  <a:srgbClr val="080808"/>
                </a:solidFill>
                <a:latin typeface="JetBrains Mono"/>
              </a:rPr>
              <a:t>= </a:t>
            </a:r>
            <a:r>
              <a:rPr b="0" lang="en-US" sz="2800" spc="-1" strike="noStrike">
                <a:solidFill>
                  <a:srgbClr val="000000"/>
                </a:solidFill>
                <a:latin typeface="JetBrains Mono"/>
              </a:rPr>
              <a:t>m</a:t>
            </a:r>
            <a:r>
              <a:rPr b="0" lang="en-US" sz="2800" spc="-1" strike="noStrike">
                <a:solidFill>
                  <a:srgbClr val="080808"/>
                </a:solidFill>
                <a:latin typeface="JetBrains Mono"/>
              </a:rPr>
              <a:t>.</a:t>
            </a:r>
            <a:r>
              <a:rPr b="0" lang="en-US" sz="2800" spc="-1" strike="noStrike">
                <a:solidFill>
                  <a:srgbClr val="871094"/>
                </a:solidFill>
                <a:latin typeface="JetBrains Mono"/>
              </a:rPr>
              <a:t>id_manufacturer</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C94A65FA-7CB4-4639-AF48-9A502F13FFAC}"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create table car_for_sale</a:t>
            </a:r>
            <a:r>
              <a:rPr b="0" lang="en-US" sz="4400" spc="-1" strike="noStrike">
                <a:solidFill>
                  <a:schemeClr val="dk1"/>
                </a:solidFill>
                <a:latin typeface="Calibri Light"/>
              </a:rPr>
              <a:t>	</a:t>
            </a:r>
            <a:r>
              <a:rPr b="0" lang="en-US" sz="4400" spc="-1" strike="noStrike">
                <a:solidFill>
                  <a:schemeClr val="dk1"/>
                </a:solidFill>
                <a:latin typeface="Calibri Light"/>
              </a:rPr>
              <a:t>(</a:t>
            </a:r>
            <a:endParaRPr b="0" lang="en-US" sz="4400" spc="-1" strike="noStrike">
              <a:solidFill>
                <a:srgbClr val="000000"/>
              </a:solidFill>
              <a:latin typeface="Arial"/>
            </a:endParaRPr>
          </a:p>
        </p:txBody>
      </p:sp>
      <p:sp>
        <p:nvSpPr>
          <p:cNvPr id="125"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id_car_for_sale serial constraint car_for_sale_pk primary key,</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id_model integer not null </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 </a:t>
            </a:r>
            <a:r>
              <a:rPr b="0" lang="en-US" sz="2400" spc="-1" strike="noStrike">
                <a:solidFill>
                  <a:schemeClr val="dk1"/>
                </a:solidFill>
                <a:latin typeface="Calibri"/>
              </a:rPr>
              <a:t>	</a:t>
            </a:r>
            <a:r>
              <a:rPr b="0" lang="en-US" sz="2400" spc="-1" strike="noStrike">
                <a:solidFill>
                  <a:schemeClr val="dk1"/>
                </a:solidFill>
                <a:latin typeface="Calibri"/>
              </a:rPr>
              <a:t>constraint car_for_sale_model_id_model_fk</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 </a:t>
            </a:r>
            <a:r>
              <a:rPr b="0" lang="en-US" sz="2400" spc="-1" strike="noStrike">
                <a:solidFill>
                  <a:schemeClr val="dk1"/>
                </a:solidFill>
                <a:latin typeface="Calibri"/>
              </a:rPr>
              <a:t>	</a:t>
            </a:r>
            <a:r>
              <a:rPr b="0" lang="en-US" sz="2400" spc="-1" strike="noStrike">
                <a:solidFill>
                  <a:schemeClr val="dk1"/>
                </a:solidFill>
                <a:latin typeface="Calibri"/>
              </a:rPr>
              <a:t>	</a:t>
            </a:r>
            <a:r>
              <a:rPr b="0" lang="en-US" sz="2400" spc="-1" strike="noStrike">
                <a:solidFill>
                  <a:schemeClr val="dk1"/>
                </a:solidFill>
                <a:latin typeface="Calibri"/>
              </a:rPr>
              <a:t>references model</a:t>
            </a:r>
            <a:r>
              <a:rPr b="0" lang="en-US" sz="2400" spc="-1" strike="noStrike">
                <a:solidFill>
                  <a:schemeClr val="dk1"/>
                </a:solidFill>
                <a:latin typeface="Calibri"/>
              </a:rPr>
              <a:t>	</a:t>
            </a:r>
            <a:r>
              <a:rPr b="0" lang="en-US" sz="2400" spc="-1" strike="noStrike">
                <a:solidFill>
                  <a:schemeClr val="dk1"/>
                </a:solidFill>
                <a:latin typeface="Calibri"/>
              </a:rPr>
              <a:t>on update restrict on delete restrict,</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id_vehicle_category integer</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 </a:t>
            </a:r>
            <a:r>
              <a:rPr b="0" lang="en-US" sz="2400" spc="-1" strike="noStrike">
                <a:solidFill>
                  <a:schemeClr val="dk1"/>
                </a:solidFill>
                <a:latin typeface="Calibri"/>
              </a:rPr>
              <a:t>	</a:t>
            </a:r>
            <a:r>
              <a:rPr b="0" lang="en-US" sz="2400" spc="-1" strike="noStrike">
                <a:solidFill>
                  <a:schemeClr val="dk1"/>
                </a:solidFill>
                <a:latin typeface="Calibri"/>
              </a:rPr>
              <a:t>constraint car_for_sale___fk2</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	</a:t>
            </a:r>
            <a:r>
              <a:rPr b="0" lang="en-US" sz="2400" spc="-1" strike="noStrike">
                <a:solidFill>
                  <a:schemeClr val="dk1"/>
                </a:solidFill>
                <a:latin typeface="Calibri"/>
              </a:rPr>
              <a:t>	</a:t>
            </a:r>
            <a:r>
              <a:rPr b="0" lang="en-US" sz="2400" spc="-1" strike="noStrike">
                <a:solidFill>
                  <a:schemeClr val="dk1"/>
                </a:solidFill>
                <a:latin typeface="Calibri"/>
              </a:rPr>
              <a:t>references vehicle_category </a:t>
            </a:r>
            <a:r>
              <a:rPr b="0" lang="en-US" sz="2400" spc="-1" strike="noStrike">
                <a:solidFill>
                  <a:schemeClr val="dk1"/>
                </a:solidFill>
                <a:latin typeface="Calibri"/>
              </a:rPr>
              <a:t>	</a:t>
            </a:r>
            <a:r>
              <a:rPr b="0" lang="en-US" sz="2400" spc="-1" strike="noStrike">
                <a:solidFill>
                  <a:schemeClr val="dk1"/>
                </a:solidFill>
                <a:latin typeface="Calibri"/>
              </a:rPr>
              <a:t>on update restrict on delete restrict,</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"asking_Price" integer not null,</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"current_Mileage" integer,</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"date_Acquired" date,</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 . .</a:t>
            </a:r>
            <a:endParaRPr b="0" lang="en-US" sz="24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A516CC3B-92C5-435D-91B3-E4F26D8B332C}"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create table car_for_sale</a:t>
            </a:r>
            <a:r>
              <a:rPr b="0" lang="en-US" sz="4400" spc="-1" strike="noStrike">
                <a:solidFill>
                  <a:schemeClr val="dk1"/>
                </a:solidFill>
                <a:latin typeface="Calibri Light"/>
              </a:rPr>
              <a:t>	</a:t>
            </a:r>
            <a:r>
              <a:rPr b="0" lang="en-US" sz="4400" spc="-1" strike="noStrike">
                <a:solidFill>
                  <a:schemeClr val="dk1"/>
                </a:solidFill>
                <a:latin typeface="Calibri Light"/>
              </a:rPr>
              <a:t>(</a:t>
            </a:r>
            <a:endParaRPr b="0" lang="en-US" sz="4400" spc="-1" strike="noStrike">
              <a:solidFill>
                <a:srgbClr val="000000"/>
              </a:solidFill>
              <a:latin typeface="Arial"/>
            </a:endParaRPr>
          </a:p>
        </p:txBody>
      </p:sp>
      <p:sp>
        <p:nvSpPr>
          <p:cNvPr id="127"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 </a:t>
            </a:r>
            <a:r>
              <a:rPr b="0" lang="en-US" sz="2400" spc="-1" strike="noStrike">
                <a:solidFill>
                  <a:schemeClr val="dk1"/>
                </a:solidFill>
                <a:latin typeface="Calibri"/>
              </a:rPr>
              <a:t>. . .</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"date_Acquired" date,</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"registration_Year" integer,</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description text,</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constraint car_for_sale_check</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 </a:t>
            </a:r>
            <a:r>
              <a:rPr b="0" lang="en-US" sz="2400" spc="-1" strike="noStrike">
                <a:solidFill>
                  <a:schemeClr val="dk1"/>
                </a:solidFill>
                <a:latin typeface="Calibri"/>
              </a:rPr>
              <a:t>	</a:t>
            </a:r>
            <a:r>
              <a:rPr b="0" lang="en-US" sz="2400" spc="-1" strike="noStrike">
                <a:solidFill>
                  <a:schemeClr val="dk1"/>
                </a:solidFill>
                <a:latin typeface="Calibri"/>
              </a:rPr>
              <a:t>check (("asking_Price" &gt; 0) AND ("current_Mileage" &gt;= 0))</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alter table car_for_sale owner to postgres;</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create unique index car_for_sale_id_car_for_sale_uindex</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	</a:t>
            </a:r>
            <a:r>
              <a:rPr b="0" lang="en-US" sz="2400" spc="-1" strike="noStrike">
                <a:solidFill>
                  <a:schemeClr val="dk1"/>
                </a:solidFill>
                <a:latin typeface="Calibri"/>
              </a:rPr>
              <a:t>on car_for_sale (id_car_for_sale);</a:t>
            </a:r>
            <a:endParaRPr b="0" lang="en-US" sz="2400" spc="-1" strike="noStrike">
              <a:solidFill>
                <a:srgbClr val="000000"/>
              </a:solidFill>
              <a:latin typeface="Arial"/>
            </a:endParaRPr>
          </a:p>
          <a:p>
            <a:pPr indent="0" defTabSz="914400">
              <a:lnSpc>
                <a:spcPct val="90000"/>
              </a:lnSpc>
              <a:spcBef>
                <a:spcPts val="1001"/>
              </a:spcBef>
              <a:buNone/>
              <a:tabLst>
                <a:tab algn="l" pos="0"/>
              </a:tabLst>
            </a:pPr>
            <a:endParaRPr b="0" lang="en-US" sz="2400" spc="-1" strike="noStrike">
              <a:solidFill>
                <a:srgbClr val="000000"/>
              </a:solidFill>
              <a:latin typeface="Arial"/>
            </a:endParaRPr>
          </a:p>
          <a:p>
            <a:pPr indent="0" defTabSz="914400">
              <a:lnSpc>
                <a:spcPct val="90000"/>
              </a:lnSpc>
              <a:spcBef>
                <a:spcPts val="1001"/>
              </a:spcBef>
              <a:buNone/>
              <a:tabLst>
                <a:tab algn="l" pos="0"/>
              </a:tabLst>
            </a:pPr>
            <a:endParaRPr b="0" lang="en-US" sz="24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1F68A1BA-C154-4D07-89D8-CD857E36246A}"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nl-NL" sz="4400" spc="-1" strike="noStrike" u="sng">
                <a:solidFill>
                  <a:schemeClr val="dk1"/>
                </a:solidFill>
                <a:uFillTx/>
                <a:latin typeface="Calibri Light"/>
                <a:hlinkClick r:id="rId1"/>
              </a:rPr>
              <a:t>Second hand Dacia Logan - 2 500 EUR, 45 963 km, 2006 - autovit.ro</a:t>
            </a:r>
            <a:endParaRPr b="0" lang="en-US" sz="4400" spc="-1" strike="noStrike">
              <a:solidFill>
                <a:srgbClr val="000000"/>
              </a:solidFill>
              <a:latin typeface="Arial"/>
            </a:endParaRPr>
          </a:p>
        </p:txBody>
      </p:sp>
      <p:sp>
        <p:nvSpPr>
          <p:cNvPr id="129"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BBDC1352-A6C9-4A60-B1BE-2DA1D9C22677}" type="slidenum">
              <a:t>30</a:t>
            </a:fld>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131"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SELECT * FROM car_for_sale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JOIN model m on m.id_model = car_for_sale.id_model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JOIN vehicle_category vc on car_for_sale.id_vehicle_category = vc.id_vehicle_category</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BE4E0AA8-D93B-4041-B2B1-FF37669E6799}" type="slidenum">
              <a:t>31</a:t>
            </a:fld>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pic>
        <p:nvPicPr>
          <p:cNvPr id="133" name="Content Placeholder 6" descr=""/>
          <p:cNvPicPr/>
          <p:nvPr/>
        </p:nvPicPr>
        <p:blipFill>
          <a:blip r:embed="rId1"/>
          <a:stretch/>
        </p:blipFill>
        <p:spPr>
          <a:xfrm>
            <a:off x="1143000" y="457200"/>
            <a:ext cx="9136080" cy="579888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01E6600B-439B-46AD-B87F-E1EF24D42AE2}" type="slidenum">
              <a:t>32</a:t>
            </a:fld>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chemeClr val="dk1"/>
                </a:solidFill>
                <a:latin typeface="Calibri Light"/>
              </a:rPr>
              <a:t>BackUp DataBase</a:t>
            </a:r>
            <a:endParaRPr b="0" lang="en-US" sz="4400" spc="-1" strike="noStrike">
              <a:solidFill>
                <a:srgbClr val="000000"/>
              </a:solidFill>
              <a:latin typeface="Arial"/>
            </a:endParaRPr>
          </a:p>
        </p:txBody>
      </p:sp>
      <p:sp>
        <p:nvSpPr>
          <p:cNvPr id="135"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3200" spc="-1" strike="noStrike">
                <a:solidFill>
                  <a:schemeClr val="dk1"/>
                </a:solidFill>
                <a:latin typeface="Calibri"/>
              </a:rPr>
              <a:t>pg_dump -U postgres -W -F p myautovit &gt; myautovit20211108.sql</a:t>
            </a:r>
            <a:endParaRPr b="0" lang="en-US" sz="32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4E5216A2-9A29-48AF-BB59-C43831CC75E0}" type="slidenum">
              <a:t>33</a:t>
            </a:fld>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CREATE DATABASE mynewautovit</a:t>
            </a:r>
            <a:endParaRPr b="0" lang="en-US" sz="4400" spc="-1" strike="noStrike">
              <a:solidFill>
                <a:srgbClr val="000000"/>
              </a:solidFill>
              <a:latin typeface="Arial"/>
            </a:endParaRPr>
          </a:p>
        </p:txBody>
      </p:sp>
      <p:sp>
        <p:nvSpPr>
          <p:cNvPr id="137"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78DB7BC8-FE9E-4E6B-A65C-6D3CA6218398}" type="slidenum">
              <a:t>34</a:t>
            </a:fld>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chemeClr val="dk1"/>
                </a:solidFill>
                <a:latin typeface="Calibri Light"/>
              </a:rPr>
              <a:t>ReStore DataBase</a:t>
            </a:r>
            <a:endParaRPr b="0" lang="en-US" sz="4400" spc="-1" strike="noStrike">
              <a:solidFill>
                <a:srgbClr val="000000"/>
              </a:solidFill>
              <a:latin typeface="Arial"/>
            </a:endParaRPr>
          </a:p>
        </p:txBody>
      </p:sp>
      <p:sp>
        <p:nvSpPr>
          <p:cNvPr id="139"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3200" spc="-1" strike="noStrike">
                <a:solidFill>
                  <a:schemeClr val="dk1"/>
                </a:solidFill>
                <a:latin typeface="Calibri"/>
              </a:rPr>
              <a:t>psql -U postgres -d mynewautovit &lt; myautovit20211108.sql</a:t>
            </a:r>
            <a:endParaRPr b="0" lang="en-US" sz="32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98889BFA-3BEF-45F6-9DEE-FF6DA8BE33C5}" type="slidenum">
              <a:t>35</a:t>
            </a:fld>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831960" y="1709640"/>
            <a:ext cx="10514880" cy="285192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6000" spc="-1" strike="noStrike">
                <a:solidFill>
                  <a:schemeClr val="dk1"/>
                </a:solidFill>
                <a:latin typeface="Calibri Light"/>
              </a:rPr>
              <a:t>pg_dump</a:t>
            </a:r>
            <a:endParaRPr b="0" lang="en-US" sz="6000" spc="-1" strike="noStrike">
              <a:solidFill>
                <a:srgbClr val="000000"/>
              </a:solidFill>
              <a:latin typeface="Arial"/>
            </a:endParaRPr>
          </a:p>
        </p:txBody>
      </p:sp>
      <p:sp>
        <p:nvSpPr>
          <p:cNvPr id="141" name="PlaceHolder 2"/>
          <p:cNvSpPr>
            <a:spLocks noGrp="1"/>
          </p:cNvSpPr>
          <p:nvPr>
            <p:ph/>
          </p:nvPr>
        </p:nvSpPr>
        <p:spPr>
          <a:xfrm>
            <a:off x="831960" y="4589640"/>
            <a:ext cx="10514880" cy="149940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400" spc="-1" strike="noStrike">
                <a:solidFill>
                  <a:schemeClr val="dk1">
                    <a:tint val="75000"/>
                  </a:schemeClr>
                </a:solidFill>
                <a:latin typeface="Calibri"/>
              </a:rPr>
              <a:t>command line</a:t>
            </a:r>
            <a:endParaRPr b="0" lang="en-US" sz="2400" spc="-1" strike="noStrike">
              <a:solidFill>
                <a:srgbClr val="000000"/>
              </a:solidFill>
              <a:latin typeface="Arial"/>
            </a:endParaRPr>
          </a:p>
        </p:txBody>
      </p:sp>
      <p:sp>
        <p:nvSpPr>
          <p:cNvPr id="4" name="PlaceHolder 3"/>
          <p:cNvSpPr>
            <a:spLocks noGrp="1"/>
          </p:cNvSpPr>
          <p:nvPr>
            <p:ph type="ftr" idx="16"/>
          </p:nvPr>
        </p:nvSpPr>
        <p:spPr/>
        <p:txBody>
          <a:bodyPr/>
          <a:p>
            <a:r>
              <a:t>DataBase with PostgreSQL</a:t>
            </a:r>
          </a:p>
        </p:txBody>
      </p:sp>
      <p:sp>
        <p:nvSpPr>
          <p:cNvPr id="5" name="PlaceHolder 4"/>
          <p:cNvSpPr>
            <a:spLocks noGrp="1"/>
          </p:cNvSpPr>
          <p:nvPr>
            <p:ph type="sldNum" idx="17"/>
          </p:nvPr>
        </p:nvSpPr>
        <p:spPr/>
        <p:txBody>
          <a:bodyPr/>
          <a:p>
            <a:fld id="{35FF6EB9-135C-491E-8A1D-7D998EA20F2E}" type="slidenum">
              <a:t>36</a:t>
            </a:fld>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pg_dump</a:t>
            </a:r>
            <a:endParaRPr b="0" lang="en-US" sz="4400" spc="-1" strike="noStrike">
              <a:solidFill>
                <a:srgbClr val="000000"/>
              </a:solidFill>
              <a:latin typeface="Arial"/>
            </a:endParaRPr>
          </a:p>
        </p:txBody>
      </p:sp>
      <p:sp>
        <p:nvSpPr>
          <p:cNvPr id="143"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fontScale="93333"/>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extract PostgreSQL database into script file or other archive file format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pg_dump [connection-option...] [option...] [dbname]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utility for backing up PostgreSQL database; makes consistent backups even if database is being used concurrently (does not block other users accessing database (readers or writers))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only dumps single database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to back up entire cluster, or global objects that are common to all databases use pg_dumpall</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C6CDD334-4FF3-43BB-AABE-8F52337150A8}" type="slidenum">
              <a:t>37</a:t>
            </a:fld>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000" spc="-1" strike="noStrike">
                <a:solidFill>
                  <a:schemeClr val="dk1"/>
                </a:solidFill>
                <a:latin typeface="Calibri Light"/>
              </a:rPr>
              <a:t>pg_dump [connection-option...] [option...] [dbname</a:t>
            </a:r>
            <a:r>
              <a:rPr b="0" lang="en-US" sz="4400" spc="-1" strike="noStrike">
                <a:solidFill>
                  <a:schemeClr val="dk1"/>
                </a:solidFill>
                <a:latin typeface="Calibri Light"/>
              </a:rPr>
              <a:t>]</a:t>
            </a:r>
            <a:endParaRPr b="0" lang="en-US" sz="4400" spc="-1" strike="noStrike">
              <a:solidFill>
                <a:srgbClr val="000000"/>
              </a:solidFill>
              <a:latin typeface="Arial"/>
            </a:endParaRPr>
          </a:p>
        </p:txBody>
      </p:sp>
      <p:sp>
        <p:nvSpPr>
          <p:cNvPr id="145"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dbname: specifies name of database to be dumped</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 or --data-only: dump only data, not schema (data definitions)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-b or –blobs: include large objects in dump; this is default behavior</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-f file or --file=file: send output to specified file; can be omitted in which case standard output is used</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52DDF1FD-AC57-4350-B86C-8307F4EC4DCC}" type="slidenum">
              <a:t>38</a:t>
            </a:fld>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147"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-F format or --format=format: selects format of output; can be one of following:</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p or plain: output plain-text SQL script file (the default)</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c or custom:</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d or directory: output directory-format archive </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t or tar: output tar-format archive</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D57CA580-C900-4212-80CA-8DCB6B9331B2}" type="slidenum">
              <a:t>39</a:t>
            </a:fld>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149"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-O or --no-owner: do not output commands to set ownership of objects to match original database; by default, pg_dump issues ALTER OWNER or SET SESSION AUTHORIZATION statements to set ownership of created database objects; to make script that can be restored by any user, but will give that user ownership of all objects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 or --schema-only: dump only object definitions (schema), not data</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-v or --verbose</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7DCE2BB5-AABE-4E7E-8648-5976CC061DDB}" type="slidenum">
              <a:t>40</a:t>
            </a:fld>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151"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 dbname or --dbname=dbname: specifies database to connect to</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700" spc="-1" strike="noStrike">
                <a:solidFill>
                  <a:schemeClr val="dk1"/>
                </a:solidFill>
                <a:latin typeface="Calibri"/>
              </a:rPr>
              <a:t>can be connection string</a:t>
            </a:r>
            <a:endParaRPr b="0" lang="en-US" sz="27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-h host or --host=host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 port or --port=port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-U username or --username=username</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588AEACC-E95C-42C2-901D-F6E7FA642954}" type="slidenum">
              <a:t>41</a:t>
            </a:fld>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153"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-w or --no-password: never issue password prompt</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700" spc="-1" strike="noStrike">
                <a:solidFill>
                  <a:schemeClr val="dk1"/>
                </a:solidFill>
                <a:latin typeface="Calibri"/>
              </a:rPr>
              <a:t>if server requires password authentication and is not available by other means connection attempt will fail</a:t>
            </a:r>
            <a:endParaRPr b="0" lang="en-US" sz="27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700" spc="-1" strike="noStrike">
                <a:solidFill>
                  <a:schemeClr val="dk1"/>
                </a:solidFill>
                <a:latin typeface="Calibri"/>
              </a:rPr>
              <a:t>useful in batch jobs and scripts where no user is present to enter password</a:t>
            </a:r>
            <a:endParaRPr b="0" lang="en-US" sz="27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-W or –password: force pg_dump to prompt for password before connecting to database</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1" i="1" lang="en-US" sz="2600" spc="-1" strike="noStrike">
                <a:solidFill>
                  <a:schemeClr val="dk1"/>
                </a:solidFill>
                <a:latin typeface="Calibri"/>
              </a:rPr>
              <a:t>accept password, do not show characters from password (not even *)</a:t>
            </a:r>
            <a:endParaRPr b="0" lang="en-US" sz="26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FA58732E-7183-4C91-A7A2-8DADB6005B28}" type="slidenum">
              <a:t>42</a:t>
            </a:fld>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831960" y="1709640"/>
            <a:ext cx="10514880" cy="285192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6000" spc="-1" strike="noStrike">
                <a:solidFill>
                  <a:schemeClr val="dk1"/>
                </a:solidFill>
                <a:latin typeface="Calibri Light"/>
              </a:rPr>
              <a:t>psql</a:t>
            </a:r>
            <a:endParaRPr b="0" lang="en-US" sz="6000" spc="-1" strike="noStrike">
              <a:solidFill>
                <a:srgbClr val="000000"/>
              </a:solidFill>
              <a:latin typeface="Arial"/>
            </a:endParaRPr>
          </a:p>
        </p:txBody>
      </p:sp>
      <p:sp>
        <p:nvSpPr>
          <p:cNvPr id="155" name="PlaceHolder 2"/>
          <p:cNvSpPr>
            <a:spLocks noGrp="1"/>
          </p:cNvSpPr>
          <p:nvPr>
            <p:ph/>
          </p:nvPr>
        </p:nvSpPr>
        <p:spPr>
          <a:xfrm>
            <a:off x="831960" y="4589640"/>
            <a:ext cx="10514880" cy="149940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3200" spc="-1" strike="noStrike">
                <a:solidFill>
                  <a:schemeClr val="dk1">
                    <a:tint val="75000"/>
                  </a:schemeClr>
                </a:solidFill>
                <a:latin typeface="Calibri"/>
              </a:rPr>
              <a:t>command line tool</a:t>
            </a:r>
            <a:endParaRPr b="0" lang="en-US" sz="3200" spc="-1" strike="noStrike">
              <a:solidFill>
                <a:srgbClr val="000000"/>
              </a:solidFill>
              <a:latin typeface="Arial"/>
            </a:endParaRPr>
          </a:p>
        </p:txBody>
      </p:sp>
      <p:sp>
        <p:nvSpPr>
          <p:cNvPr id="4" name="PlaceHolder 3"/>
          <p:cNvSpPr>
            <a:spLocks noGrp="1"/>
          </p:cNvSpPr>
          <p:nvPr>
            <p:ph type="ftr" idx="16"/>
          </p:nvPr>
        </p:nvSpPr>
        <p:spPr/>
        <p:txBody>
          <a:bodyPr/>
          <a:p>
            <a:r>
              <a:t>DataBase with PostgreSQL</a:t>
            </a:r>
          </a:p>
        </p:txBody>
      </p:sp>
      <p:sp>
        <p:nvSpPr>
          <p:cNvPr id="5" name="PlaceHolder 4"/>
          <p:cNvSpPr>
            <a:spLocks noGrp="1"/>
          </p:cNvSpPr>
          <p:nvPr>
            <p:ph type="sldNum" idx="17"/>
          </p:nvPr>
        </p:nvSpPr>
        <p:spPr/>
        <p:txBody>
          <a:bodyPr/>
          <a:p>
            <a:fld id="{75FA9E00-9B0B-45E3-AED0-AF2ABF0A245B}" type="slidenum">
              <a:t>43</a:t>
            </a:fld>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psql</a:t>
            </a:r>
            <a:endParaRPr b="0" lang="en-US" sz="4400" spc="-1" strike="noStrike">
              <a:solidFill>
                <a:srgbClr val="000000"/>
              </a:solidFill>
              <a:latin typeface="Arial"/>
            </a:endParaRPr>
          </a:p>
        </p:txBody>
      </p:sp>
      <p:sp>
        <p:nvSpPr>
          <p:cNvPr id="157"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psql [option...] [dbname [username]]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terminal-based command line front-end to PostgreSQL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enables you to type in queries interactively, issue them to PostgreSQL, and see query results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alternatively, input can be from script file or from command line arguments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 addition to Structured Query Language SQL statements, provides a number of meta-commands and various shell-like features to facilitate writing scripts and automating tasks</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1F854C99-6CA4-4708-8C82-54182A04C258}" type="slidenum">
              <a:t>44</a:t>
            </a:fld>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159"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 command or --command=command: specifies that psql is to execute given command string</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command must be either</a:t>
            </a:r>
            <a:endParaRPr b="0" lang="en-US" sz="2800" spc="-1" strike="noStrike">
              <a:solidFill>
                <a:srgbClr val="000000"/>
              </a:solidFill>
              <a:latin typeface="Arial"/>
            </a:endParaRPr>
          </a:p>
          <a:p>
            <a:pPr lvl="2" marL="11430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command string that is completely parsable by server (i.e., it contains no psql-specific features)</a:t>
            </a:r>
            <a:endParaRPr b="0" lang="en-US" sz="2800" spc="-1" strike="noStrike">
              <a:solidFill>
                <a:srgbClr val="000000"/>
              </a:solidFill>
              <a:latin typeface="Arial"/>
            </a:endParaRPr>
          </a:p>
          <a:p>
            <a:pPr lvl="2" marL="11430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single backslash command</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cannot mix SQL and psql meta-commands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3200" spc="-1" strike="noStrike">
                <a:solidFill>
                  <a:schemeClr val="dk1"/>
                </a:solidFill>
                <a:latin typeface="Calibri"/>
              </a:rPr>
              <a:t>-f filename or --file=filename: read commands from file, rather than standard input</a:t>
            </a: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A2C24C16-C595-4F3B-8270-B7514E1DF600}" type="slidenum">
              <a:t>45</a:t>
            </a:fld>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161"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-U username or --username=username: connect to database as user username instead of default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 dbname or --dbname=dbname: specifies name of database to connect; equivalent to specifying dbname as first non-option argument on command line</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700" spc="-1" strike="noStrike">
                <a:solidFill>
                  <a:schemeClr val="dk1"/>
                </a:solidFill>
                <a:latin typeface="Calibri"/>
              </a:rPr>
              <a:t>dbname can be connection string</a:t>
            </a:r>
            <a:endParaRPr b="0" lang="en-US" sz="27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89E0E150-D8C3-4EC4-BB2C-92924ADDE0EE}" type="slidenum">
              <a:t>46</a:t>
            </a:fld>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output of psql --help</a:t>
            </a:r>
            <a:endParaRPr b="0" lang="en-US" sz="4400" spc="-1" strike="noStrike">
              <a:solidFill>
                <a:srgbClr val="000000"/>
              </a:solidFill>
              <a:latin typeface="Arial"/>
            </a:endParaRPr>
          </a:p>
        </p:txBody>
      </p:sp>
      <p:pic>
        <p:nvPicPr>
          <p:cNvPr id="163" name="Content Placeholder 6" descr=""/>
          <p:cNvPicPr/>
          <p:nvPr/>
        </p:nvPicPr>
        <p:blipFill>
          <a:blip r:embed="rId1"/>
          <a:stretch/>
        </p:blipFill>
        <p:spPr>
          <a:xfrm>
            <a:off x="1371600" y="1371600"/>
            <a:ext cx="8435520" cy="489168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5F46B4CD-1086-4F47-A56C-35DAFBC2ED30}" type="slidenum">
              <a:t>47</a:t>
            </a:fld>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psql help</a:t>
            </a:r>
            <a:endParaRPr b="0" lang="en-US" sz="4400" spc="-1" strike="noStrike">
              <a:solidFill>
                <a:srgbClr val="000000"/>
              </a:solidFill>
              <a:latin typeface="Arial"/>
            </a:endParaRPr>
          </a:p>
        </p:txBody>
      </p:sp>
      <p:pic>
        <p:nvPicPr>
          <p:cNvPr id="165" name="Content Placeholder 6" descr=""/>
          <p:cNvPicPr/>
          <p:nvPr/>
        </p:nvPicPr>
        <p:blipFill>
          <a:blip r:embed="rId1"/>
          <a:stretch/>
        </p:blipFill>
        <p:spPr>
          <a:xfrm>
            <a:off x="1371600" y="1371600"/>
            <a:ext cx="8427600" cy="484596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7DD2938D-0C12-46F1-BEE7-E567ED986D8C}" type="slidenum">
              <a:t>48</a:t>
            </a:fld>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psql quit</a:t>
            </a:r>
            <a:endParaRPr b="0" lang="en-US" sz="4400" spc="-1" strike="noStrike">
              <a:solidFill>
                <a:srgbClr val="000000"/>
              </a:solidFill>
              <a:latin typeface="Arial"/>
            </a:endParaRPr>
          </a:p>
        </p:txBody>
      </p:sp>
      <p:pic>
        <p:nvPicPr>
          <p:cNvPr id="167" name="Content Placeholder 6" descr=""/>
          <p:cNvPicPr/>
          <p:nvPr/>
        </p:nvPicPr>
        <p:blipFill>
          <a:blip r:embed="rId1"/>
          <a:stretch/>
        </p:blipFill>
        <p:spPr>
          <a:xfrm>
            <a:off x="1371600" y="1371600"/>
            <a:ext cx="8443080" cy="487656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74F7EAEB-1FBD-45BB-9FE8-6C14F948DEE2}" type="slidenum">
              <a:t>49</a:t>
            </a:fld>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select </a:t>
            </a:r>
            <a:endParaRPr b="0" lang="en-US" sz="4400" spc="-1" strike="noStrike">
              <a:solidFill>
                <a:srgbClr val="000000"/>
              </a:solidFill>
              <a:latin typeface="Arial"/>
            </a:endParaRPr>
          </a:p>
        </p:txBody>
      </p:sp>
      <p:pic>
        <p:nvPicPr>
          <p:cNvPr id="169" name="Content Placeholder 6" descr=""/>
          <p:cNvPicPr/>
          <p:nvPr/>
        </p:nvPicPr>
        <p:blipFill>
          <a:blip r:embed="rId1"/>
          <a:stretch/>
        </p:blipFill>
        <p:spPr>
          <a:xfrm>
            <a:off x="1371600" y="1371600"/>
            <a:ext cx="8374320" cy="488412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F80D4A6E-B48F-4691-B043-E794C3AA2E43}" type="slidenum">
              <a:t>50</a:t>
            </a:fld>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400" spc="-1" strike="noStrike">
                <a:solidFill>
                  <a:schemeClr val="dk1"/>
                </a:solidFill>
                <a:latin typeface="Calibri Light"/>
              </a:rPr>
              <a:t>Structured Query Language</a:t>
            </a:r>
            <a:br>
              <a:rPr sz="4400"/>
            </a:br>
            <a:r>
              <a:rPr b="1" lang="en-US" sz="4400" spc="-1" strike="noStrike">
                <a:solidFill>
                  <a:schemeClr val="dk1"/>
                </a:solidFill>
                <a:latin typeface="Calibri Light"/>
              </a:rPr>
              <a:t>PostGreSQL specific</a:t>
            </a:r>
            <a:endParaRPr b="0" lang="en-US" sz="4400" spc="-1" strike="noStrike">
              <a:solidFill>
                <a:srgbClr val="000000"/>
              </a:solidFill>
              <a:latin typeface="Arial"/>
            </a:endParaRPr>
          </a:p>
        </p:txBody>
      </p:sp>
      <p:sp>
        <p:nvSpPr>
          <p:cNvPr id="171"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LIMIT is optional clause of SELECT statement that constrains number of rows returned by query</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700" spc="-1" strike="noStrike">
                <a:solidFill>
                  <a:schemeClr val="dk1"/>
                </a:solidFill>
                <a:latin typeface="Calibri"/>
              </a:rPr>
              <a:t>SELECT select_list FROM table_name</a:t>
            </a:r>
            <a:r>
              <a:rPr b="0" lang="en-US" sz="2700" spc="-1" strike="noStrike">
                <a:solidFill>
                  <a:schemeClr val="dk1"/>
                </a:solidFill>
                <a:latin typeface="Calibri"/>
              </a:rPr>
              <a:t>	</a:t>
            </a:r>
            <a:r>
              <a:rPr b="0" lang="en-US" sz="2700" spc="-1" strike="noStrike">
                <a:solidFill>
                  <a:schemeClr val="dk1"/>
                </a:solidFill>
                <a:latin typeface="Calibri"/>
              </a:rPr>
              <a:t>ORDER BY sort_expression</a:t>
            </a:r>
            <a:endParaRPr b="0" lang="en-US" sz="27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LIMIT row_count</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OFFSET row_to_skip;</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returns row_count rows generated by query</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 case you want to skip number of rows before returning row_count rows, you use OFFSET clause placed after LIMIT clause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LIMIT and OFFSET are last clauses in SQL statement</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19D88755-19A8-414A-9507-C2B8A874E2AE}" type="slidenum">
              <a:t>51</a:t>
            </a:fld>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list DataBases</a:t>
            </a:r>
            <a:endParaRPr b="0" lang="en-US" sz="4400" spc="-1" strike="noStrike">
              <a:solidFill>
                <a:srgbClr val="000000"/>
              </a:solidFill>
              <a:latin typeface="Arial"/>
            </a:endParaRPr>
          </a:p>
        </p:txBody>
      </p:sp>
      <p:pic>
        <p:nvPicPr>
          <p:cNvPr id="173" name="Content Placeholder 6" descr=""/>
          <p:cNvPicPr/>
          <p:nvPr/>
        </p:nvPicPr>
        <p:blipFill>
          <a:blip r:embed="rId1"/>
          <a:stretch/>
        </p:blipFill>
        <p:spPr>
          <a:xfrm>
            <a:off x="1554480" y="1554480"/>
            <a:ext cx="8397360" cy="486144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65131BC9-5747-4BA9-A5D9-CECE63F0B917}" type="slidenum">
              <a:t>52</a:t>
            </a:fld>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list DataBases </a:t>
            </a:r>
            <a:br>
              <a:rPr sz="4400"/>
            </a:br>
            <a:r>
              <a:rPr b="0" lang="en-US" sz="4400" spc="-1" strike="noStrike">
                <a:solidFill>
                  <a:schemeClr val="dk1"/>
                </a:solidFill>
                <a:latin typeface="Calibri Light"/>
              </a:rPr>
              <a:t>SELECT datname FROM pg_database</a:t>
            </a:r>
            <a:endParaRPr b="0" lang="en-US" sz="4400" spc="-1" strike="noStrike">
              <a:solidFill>
                <a:srgbClr val="000000"/>
              </a:solidFill>
              <a:latin typeface="Arial"/>
            </a:endParaRPr>
          </a:p>
        </p:txBody>
      </p:sp>
      <p:pic>
        <p:nvPicPr>
          <p:cNvPr id="175" name="Content Placeholder 6" descr=""/>
          <p:cNvPicPr/>
          <p:nvPr/>
        </p:nvPicPr>
        <p:blipFill>
          <a:blip r:embed="rId1"/>
          <a:stretch/>
        </p:blipFill>
        <p:spPr>
          <a:xfrm>
            <a:off x="1554480" y="1554480"/>
            <a:ext cx="8381880" cy="484596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95E30466-B093-465C-A0C1-0B32609C500D}" type="slidenum">
              <a:t>53</a:t>
            </a:fld>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pic>
        <p:nvPicPr>
          <p:cNvPr id="177" name="Content Placeholder 6" descr=""/>
          <p:cNvPicPr/>
          <p:nvPr/>
        </p:nvPicPr>
        <p:blipFill>
          <a:blip r:embed="rId1"/>
          <a:stretch/>
        </p:blipFill>
        <p:spPr>
          <a:xfrm>
            <a:off x="914400" y="365040"/>
            <a:ext cx="10961640" cy="599040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91447702-13C9-4FD1-91F0-0D81ECEA5DCC}" type="slidenum">
              <a:t>54</a:t>
            </a:fld>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831960" y="1709640"/>
            <a:ext cx="10514880" cy="285192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6000" spc="-1" strike="noStrike">
                <a:solidFill>
                  <a:schemeClr val="dk1"/>
                </a:solidFill>
                <a:latin typeface="Calibri Light"/>
              </a:rPr>
              <a:t>server database schema </a:t>
            </a:r>
            <a:endParaRPr b="0" lang="en-US" sz="6000" spc="-1" strike="noStrike">
              <a:solidFill>
                <a:srgbClr val="000000"/>
              </a:solidFill>
              <a:latin typeface="Arial"/>
            </a:endParaRPr>
          </a:p>
        </p:txBody>
      </p:sp>
      <p:sp>
        <p:nvSpPr>
          <p:cNvPr id="179" name="PlaceHolder 2"/>
          <p:cNvSpPr>
            <a:spLocks noGrp="1"/>
          </p:cNvSpPr>
          <p:nvPr>
            <p:ph/>
          </p:nvPr>
        </p:nvSpPr>
        <p:spPr>
          <a:xfrm>
            <a:off x="831960" y="4589640"/>
            <a:ext cx="10514880" cy="14994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sp>
        <p:nvSpPr>
          <p:cNvPr id="4" name="PlaceHolder 3"/>
          <p:cNvSpPr>
            <a:spLocks noGrp="1"/>
          </p:cNvSpPr>
          <p:nvPr>
            <p:ph type="ftr" idx="16"/>
          </p:nvPr>
        </p:nvSpPr>
        <p:spPr/>
        <p:txBody>
          <a:bodyPr/>
          <a:p>
            <a:r>
              <a:t>DataBase with PostgreSQL</a:t>
            </a:r>
          </a:p>
        </p:txBody>
      </p:sp>
      <p:sp>
        <p:nvSpPr>
          <p:cNvPr id="5" name="PlaceHolder 4"/>
          <p:cNvSpPr>
            <a:spLocks noGrp="1"/>
          </p:cNvSpPr>
          <p:nvPr>
            <p:ph type="sldNum" idx="17"/>
          </p:nvPr>
        </p:nvSpPr>
        <p:spPr/>
        <p:txBody>
          <a:bodyPr/>
          <a:p>
            <a:fld id="{3E2F4DDC-E867-4FAA-88C0-F81B2CD2D905}" type="slidenum">
              <a:t>55</a:t>
            </a:fld>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Template databases</a:t>
            </a:r>
            <a:endParaRPr b="0" lang="en-US" sz="4400" spc="-1" strike="noStrike">
              <a:solidFill>
                <a:srgbClr val="000000"/>
              </a:solidFill>
              <a:latin typeface="Arial"/>
            </a:endParaRPr>
          </a:p>
        </p:txBody>
      </p:sp>
      <p:sp>
        <p:nvSpPr>
          <p:cNvPr id="181"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when database is created, it is cloned from template database called </a:t>
            </a:r>
            <a:r>
              <a:rPr b="0" i="1" lang="en-US" sz="2800" spc="-1" strike="noStrike">
                <a:solidFill>
                  <a:schemeClr val="dk1"/>
                </a:solidFill>
                <a:latin typeface="Calibri"/>
              </a:rPr>
              <a:t>template1</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template database contains set of tables, views, and functions, which is used to model relation between user defined database objects; part of system catalog schema called pg_catalog</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i="1" lang="en-US" sz="2800" spc="-1" strike="noStrike">
                <a:solidFill>
                  <a:schemeClr val="dk1"/>
                </a:solidFill>
                <a:latin typeface="Calibri"/>
              </a:rPr>
              <a:t>template0</a:t>
            </a:r>
            <a:r>
              <a:rPr b="0" lang="en-US" sz="2800" spc="-1" strike="noStrike">
                <a:solidFill>
                  <a:schemeClr val="dk1"/>
                </a:solidFill>
                <a:latin typeface="Calibri"/>
              </a:rPr>
              <a:t>: it is a  safeguard or version database</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BB22E5CC-8BB3-4F09-B664-2D668E53B069}" type="slidenum">
              <a:t>56</a:t>
            </a:fld>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Schema</a:t>
            </a:r>
            <a:endParaRPr b="0" lang="en-US" sz="4400" spc="-1" strike="noStrike">
              <a:solidFill>
                <a:srgbClr val="000000"/>
              </a:solidFill>
              <a:latin typeface="Arial"/>
            </a:endParaRPr>
          </a:p>
        </p:txBody>
      </p:sp>
      <p:sp>
        <p:nvSpPr>
          <p:cNvPr id="183"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is very close to namespace concept in object-oriented languages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used to organize database objects, functionality,  security access, or to eliminate name collision</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350CAA00-B5DF-4C59-B8C3-E1D3664513E0}" type="slidenum">
              <a:t>57</a:t>
            </a:fld>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User DataBases</a:t>
            </a:r>
            <a:endParaRPr b="0" lang="en-US" sz="4400" spc="-1" strike="noStrike">
              <a:solidFill>
                <a:srgbClr val="000000"/>
              </a:solidFill>
              <a:latin typeface="Arial"/>
            </a:endParaRPr>
          </a:p>
        </p:txBody>
      </p:sp>
      <p:sp>
        <p:nvSpPr>
          <p:cNvPr id="185"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can have as many databases as one wants in database cluster</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client connection to PostgreSQL server can access only the data in a single database that is specified in connection string; that means that data is not shared between databases, </a:t>
            </a:r>
            <a:r>
              <a:rPr b="0" lang="en-US" sz="2500" spc="-1" strike="noStrike">
                <a:solidFill>
                  <a:schemeClr val="dk1"/>
                </a:solidFill>
                <a:latin typeface="Calibri"/>
              </a:rPr>
              <a:t>unless postgres foreign data wrapper or dblink extensions are used</a:t>
            </a:r>
            <a:endParaRPr b="0" lang="en-US" sz="25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every database in cluster has owner and set of associated  permissions to control actions allowed for particular role</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F50F4EB2-C364-4E1B-8733-E2FEB4A9696D}" type="slidenum">
              <a:t>58</a:t>
            </a:fld>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Roles</a:t>
            </a:r>
            <a:endParaRPr b="0" lang="en-US" sz="4400" spc="-1" strike="noStrike">
              <a:solidFill>
                <a:srgbClr val="000000"/>
              </a:solidFill>
              <a:latin typeface="Arial"/>
            </a:endParaRPr>
          </a:p>
        </p:txBody>
      </p:sp>
      <p:sp>
        <p:nvSpPr>
          <p:cNvPr id="187"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belong to PostgreSQL server cluster and not to certain database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can either be a database user or a database group</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role concept subsumes concepts of users and groups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CREATE USER is equivalent to CREATE ROLE with LOGIN option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CREATE GROUP is equivalent to CREATE ROLE with NOLOGIN option</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6167547A-9111-4156-9148-D0072ED7DC22}" type="slidenum">
              <a:t>59</a:t>
            </a:fld>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roles attributes</a:t>
            </a:r>
            <a:endParaRPr b="0" lang="en-US" sz="4400" spc="-1" strike="noStrike">
              <a:solidFill>
                <a:srgbClr val="000000"/>
              </a:solidFill>
              <a:latin typeface="Arial"/>
            </a:endParaRPr>
          </a:p>
        </p:txBody>
      </p:sp>
      <p:sp>
        <p:nvSpPr>
          <p:cNvPr id="189"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fontScale="93333" lnSpcReduction="10000"/>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Super user: can bypass all permission checks except login attribute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Login: can be used by client to connect to database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Create database: can create databases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Initiating replication: can be used for streaming replication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Password: can be used with md5 authentication method; can be encrypted; password expiration can be controlled</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Connection limit: specifies number of concurrent connections that user can initiate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Inherit: will inherit privileges assigned to roles that it is a member of</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3C81EDD1-F343-4F0C-AD6E-4E55DAD8686E}" type="slidenum">
              <a:t>60</a:t>
            </a:fld>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Tablespace</a:t>
            </a:r>
            <a:endParaRPr b="0" lang="en-US" sz="4400" spc="-1" strike="noStrike">
              <a:solidFill>
                <a:srgbClr val="000000"/>
              </a:solidFill>
              <a:latin typeface="Arial"/>
            </a:endParaRPr>
          </a:p>
        </p:txBody>
      </p:sp>
      <p:sp>
        <p:nvSpPr>
          <p:cNvPr id="191"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defined storage location for a database or database objects</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C5F4AF8B-0C0D-4433-B6D9-AC15C1F9B6C4}" type="slidenum">
              <a:t>61</a:t>
            </a:fld>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193"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fontScale="96666" lnSpcReduction="10000"/>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database could be considered as container for database schema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database must contain at least one schema</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schema is used to organize database objects in a manner similar to namespaces in programing languages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schema contains all database named objects: tables, views, functions, aggregates, indexes, sequences, triggers, data types, domains, ranges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inherited from template databases, by default, there is a schema called public and all users can access this schema implicitly</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38343039-E7EE-42E5-916E-E416E25CC1E7}" type="slidenum">
              <a:t>62</a:t>
            </a:fld>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Setting</a:t>
            </a:r>
            <a:endParaRPr b="0" lang="en-US" sz="4400" spc="-1" strike="noStrike">
              <a:solidFill>
                <a:srgbClr val="000000"/>
              </a:solidFill>
              <a:latin typeface="Arial"/>
            </a:endParaRPr>
          </a:p>
        </p:txBody>
      </p:sp>
      <p:sp>
        <p:nvSpPr>
          <p:cNvPr id="195"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PostgreSQL provides SET and SHOW commands to change and inspect value of a setting parameters; used to change setting parameters in superuser and user context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typically, changing value of setting parameter in postgresql.conf file makes the effect global</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82A442B1-671D-4881-8894-AF360EC7C036}" type="slidenum">
              <a:t>63</a:t>
            </a:fld>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pic>
        <p:nvPicPr>
          <p:cNvPr id="197" name="Content Placeholder 5" descr=""/>
          <p:cNvPicPr/>
          <p:nvPr/>
        </p:nvPicPr>
        <p:blipFill>
          <a:blip r:embed="rId1"/>
          <a:stretch/>
        </p:blipFill>
        <p:spPr>
          <a:xfrm>
            <a:off x="1005840" y="274320"/>
            <a:ext cx="10141920" cy="625680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DC8CB4D1-81A5-4302-972E-40BB132697A3}" type="slidenum">
              <a:t>64</a:t>
            </a:fld>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Schema</a:t>
            </a:r>
            <a:endParaRPr b="0" lang="en-US" sz="4400" spc="-1" strike="noStrike">
              <a:solidFill>
                <a:srgbClr val="000000"/>
              </a:solidFill>
              <a:latin typeface="Arial"/>
            </a:endParaRPr>
          </a:p>
        </p:txBody>
      </p:sp>
      <p:sp>
        <p:nvSpPr>
          <p:cNvPr id="199"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endParaRPr b="0" lang="en-US" sz="2700" spc="-1" strike="noStrike">
              <a:solidFill>
                <a:srgbClr val="000000"/>
              </a:solidFill>
              <a:latin typeface="Arial"/>
            </a:endParaRPr>
          </a:p>
          <a:p>
            <a:pPr indent="0" defTabSz="914400">
              <a:lnSpc>
                <a:spcPct val="90000"/>
              </a:lnSpc>
              <a:spcBef>
                <a:spcPts val="1001"/>
              </a:spcBef>
              <a:buNone/>
              <a:tabLst>
                <a:tab algn="l" pos="0"/>
              </a:tabLst>
            </a:pPr>
            <a:endParaRPr b="0" lang="en-US" sz="2700" spc="-1" strike="noStrike">
              <a:solidFill>
                <a:srgbClr val="000000"/>
              </a:solidFill>
              <a:latin typeface="Arial"/>
            </a:endParaRPr>
          </a:p>
          <a:p>
            <a:pPr indent="0" defTabSz="914400">
              <a:lnSpc>
                <a:spcPct val="90000"/>
              </a:lnSpc>
              <a:spcBef>
                <a:spcPts val="1001"/>
              </a:spcBef>
              <a:buNone/>
              <a:tabLst>
                <a:tab algn="l" pos="0"/>
              </a:tabLst>
            </a:pPr>
            <a:endParaRPr b="0" lang="en-US" sz="27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700" spc="-1" strike="noStrike">
                <a:solidFill>
                  <a:srgbClr val="000000"/>
                </a:solidFill>
                <a:latin typeface="Calibri"/>
              </a:rPr>
              <a:t>contains all database named objects: tables, views, functions, aggregates, indexes, sequences, triggers, data types, domains, ranges; object names can be reused in different schema without conflict</a:t>
            </a:r>
            <a:endParaRPr b="0" lang="en-US" sz="27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700" spc="-1" strike="noStrike">
                <a:solidFill>
                  <a:srgbClr val="000000"/>
                </a:solidFill>
                <a:latin typeface="Calibri"/>
              </a:rPr>
              <a:t>by default, there is a schema called public in template databases -&gt; all newly created databases also contain this schema; all users, by default, can access this schema implicitly (inherited from template databases)</a:t>
            </a:r>
            <a:endParaRPr b="0" lang="en-US" sz="27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700" spc="-1" strike="noStrike">
                <a:solidFill>
                  <a:srgbClr val="000000"/>
                </a:solidFill>
                <a:latin typeface="Calibri"/>
              </a:rPr>
              <a:t>to access object, specify schema_name.object_name dot separated (.)</a:t>
            </a:r>
            <a:endParaRPr b="0" lang="en-US" sz="2700" spc="-1" strike="noStrike">
              <a:solidFill>
                <a:srgbClr val="000000"/>
              </a:solidFill>
              <a:latin typeface="Arial"/>
            </a:endParaRPr>
          </a:p>
        </p:txBody>
      </p:sp>
      <p:pic>
        <p:nvPicPr>
          <p:cNvPr id="200" name="Picture 5" descr=""/>
          <p:cNvPicPr/>
          <p:nvPr/>
        </p:nvPicPr>
        <p:blipFill>
          <a:blip r:embed="rId1"/>
          <a:stretch/>
        </p:blipFill>
        <p:spPr>
          <a:xfrm>
            <a:off x="1545480" y="1545480"/>
            <a:ext cx="8400600" cy="1849320"/>
          </a:xfrm>
          <a:prstGeom prst="rect">
            <a:avLst/>
          </a:prstGeom>
          <a:ln w="0">
            <a:noFill/>
          </a:ln>
        </p:spPr>
      </p:pic>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FD44E240-DD1D-4C76-B152-9AF796AA164D}" type="slidenum">
              <a:t>65</a:t>
            </a:fld>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202"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developers prefer to use unqualified object name, only object name, without schema</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search_path setting composed of schemas that are used by server to search for object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SHOW search_path;</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$user, public</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16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control authorization, organize database objects, maintain third-party SQL code</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47600204-8B1A-49CC-9CAD-93335B10AEDB}" type="slidenum">
              <a:t>66</a:t>
            </a:fld>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Table</a:t>
            </a:r>
            <a:endParaRPr b="0" lang="en-US" sz="4400" spc="-1" strike="noStrike">
              <a:solidFill>
                <a:srgbClr val="000000"/>
              </a:solidFill>
              <a:latin typeface="Arial"/>
            </a:endParaRPr>
          </a:p>
        </p:txBody>
      </p:sp>
      <p:sp>
        <p:nvSpPr>
          <p:cNvPr id="204"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SQL statement is CREATE TABLE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permanent table, temporary table, unlogged table (tables are not crash-safe), child table (inherits one or more tables)</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7EE88A79-1B44-40EF-A31F-933A6081108D}" type="slidenum">
              <a:t>67</a:t>
            </a:fld>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206"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3200" spc="-1" strike="noStrike">
                <a:solidFill>
                  <a:schemeClr val="dk1"/>
                </a:solidFill>
                <a:latin typeface="Calibri"/>
              </a:rPr>
              <a:t>one server (localhost)</a:t>
            </a:r>
            <a:endParaRPr b="0" lang="en-US" sz="32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3200" spc="-1" strike="noStrike">
                <a:solidFill>
                  <a:schemeClr val="dk1"/>
                </a:solidFill>
                <a:latin typeface="Calibri"/>
              </a:rPr>
              <a:t>many users could connect to database server</a:t>
            </a:r>
            <a:endParaRPr b="0" lang="en-US" sz="32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3200" spc="-1" strike="noStrike">
                <a:solidFill>
                  <a:schemeClr val="dk1"/>
                </a:solidFill>
                <a:latin typeface="Calibri"/>
              </a:rPr>
              <a:t>many database inside server</a:t>
            </a:r>
            <a:endParaRPr b="0" lang="en-US" sz="32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3200" spc="-1" strike="noStrike">
                <a:solidFill>
                  <a:schemeClr val="dk1"/>
                </a:solidFill>
                <a:latin typeface="Calibri"/>
              </a:rPr>
              <a:t>postgres is the name of the superuser</a:t>
            </a:r>
            <a:endParaRPr b="0" lang="en-US" sz="32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3200" spc="-1" strike="noStrike">
                <a:solidFill>
                  <a:schemeClr val="dk1"/>
                </a:solidFill>
                <a:latin typeface="Calibri"/>
              </a:rPr>
              <a:t>postgres is the name of the special database </a:t>
            </a: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FD919B6E-9B71-4D3B-B61C-D36BB4B3942C}" type="slidenum">
              <a:t>68</a:t>
            </a:fld>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208"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user can have rights on database or database objects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GRANT or not DENY to READ, WRITE</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SELECT | INSERT | UPDATE | DELETE | TRUNCATE | REFERENCES | TRIGGER </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USAGE </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CREATE | CONNECT | TEMPORARY | TEMP</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EXECUTE</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ALL [ PRIVILEGES ]</a:t>
            </a:r>
            <a:endParaRPr b="0" lang="en-US" sz="24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3E5285A5-59DB-45D7-9255-9B92632520D0}" type="slidenum">
              <a:t>69</a:t>
            </a:fld>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connection string</a:t>
            </a:r>
            <a:endParaRPr b="0" lang="en-US" sz="4400" spc="-1" strike="noStrike">
              <a:solidFill>
                <a:srgbClr val="000000"/>
              </a:solidFill>
              <a:latin typeface="Arial"/>
            </a:endParaRPr>
          </a:p>
        </p:txBody>
      </p:sp>
      <p:sp>
        <p:nvSpPr>
          <p:cNvPr id="210"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Server (localhost)</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port (5432)</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UserName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PassWord</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DataBase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Front-End tool: psql, DataGrip, pgAdmin,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Programming Language: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63D18D3E-8932-4DE4-A1D3-9B9425D6347C}" type="slidenum">
              <a:t>70</a:t>
            </a:fld>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DataBases</a:t>
            </a:r>
            <a:endParaRPr b="0" lang="en-US" sz="4400" spc="-1" strike="noStrike">
              <a:solidFill>
                <a:srgbClr val="000000"/>
              </a:solidFill>
              <a:latin typeface="Arial"/>
            </a:endParaRPr>
          </a:p>
        </p:txBody>
      </p:sp>
      <p:sp>
        <p:nvSpPr>
          <p:cNvPr id="212"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1" i="1" lang="en-US" sz="2800" spc="-1" strike="noStrike">
                <a:solidFill>
                  <a:schemeClr val="dk1"/>
                </a:solidFill>
                <a:latin typeface="Calibri"/>
              </a:rPr>
              <a:t>1 special (postgres)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3200" spc="-1" strike="noStrike">
                <a:solidFill>
                  <a:schemeClr val="dk1"/>
                </a:solidFill>
                <a:latin typeface="Calibri"/>
              </a:rPr>
              <a:t>many – one for each domain: northwind, chinook, dvdrental, sailing, myautovit, bookshop, …</a:t>
            </a:r>
            <a:endParaRPr b="0" lang="en-US" sz="32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3000" spc="-1" strike="noStrike">
                <a:solidFill>
                  <a:schemeClr val="dk1"/>
                </a:solidFill>
                <a:latin typeface="Calibri"/>
              </a:rPr>
              <a:t>inside databases are many schema – containers for database objects like tables, index, procedures, …</a:t>
            </a:r>
            <a:endParaRPr b="0" lang="en-US" sz="3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default schema is public</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8957C003-D59A-49AB-9312-D778FA906345}" type="slidenum">
              <a:t>71</a:t>
            </a:fld>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schema as container</a:t>
            </a:r>
            <a:endParaRPr b="0" lang="en-US" sz="4400" spc="-1" strike="noStrike">
              <a:solidFill>
                <a:srgbClr val="000000"/>
              </a:solidFill>
              <a:latin typeface="Arial"/>
            </a:endParaRPr>
          </a:p>
        </p:txBody>
      </p:sp>
      <p:sp>
        <p:nvSpPr>
          <p:cNvPr id="214"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names are unique inside a schema / container</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could not be two object / tables with same name inside a container / schema</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could be two table with same name in two different schema</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700" spc="-1" strike="noStrike">
                <a:solidFill>
                  <a:schemeClr val="dk1"/>
                </a:solidFill>
                <a:latin typeface="Calibri"/>
              </a:rPr>
              <a:t>referred as schema1.table_name and schema2.table_name</a:t>
            </a:r>
            <a:endParaRPr b="0" lang="en-US" sz="27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CB3C6B40-3DAA-4298-9B3F-15A5ABA948DD}" type="slidenum">
              <a:t>72</a:t>
            </a:fld>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default schema public</a:t>
            </a:r>
            <a:endParaRPr b="0" lang="en-US" sz="4400" spc="-1" strike="noStrike">
              <a:solidFill>
                <a:srgbClr val="000000"/>
              </a:solidFill>
              <a:latin typeface="Arial"/>
            </a:endParaRPr>
          </a:p>
        </p:txBody>
      </p:sp>
      <p:sp>
        <p:nvSpPr>
          <p:cNvPr id="216"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41F659B5-51C4-4D82-B4D4-F0282774ADEA}" type="slidenum">
              <a:t>73</a:t>
            </a:fld>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218"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CREATE TABLE staff(</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 </a:t>
            </a:r>
            <a:r>
              <a:rPr b="0" lang="en-US" sz="2800" spc="-1" strike="noStrike">
                <a:solidFill>
                  <a:schemeClr val="dk1"/>
                </a:solidFill>
                <a:latin typeface="Courier New"/>
              </a:rPr>
              <a:t>	</a:t>
            </a:r>
            <a:r>
              <a:rPr b="0" lang="en-US" sz="2800" spc="-1" strike="noStrike">
                <a:solidFill>
                  <a:schemeClr val="dk1"/>
                </a:solidFill>
                <a:latin typeface="Courier New"/>
              </a:rPr>
              <a:t>staff_id SERIAL PRIMARY KEY,</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 </a:t>
            </a:r>
            <a:r>
              <a:rPr b="0" lang="en-US" sz="2800" spc="-1" strike="noStrike">
                <a:solidFill>
                  <a:schemeClr val="dk1"/>
                </a:solidFill>
                <a:latin typeface="Courier New"/>
              </a:rPr>
              <a:t>	</a:t>
            </a:r>
            <a:r>
              <a:rPr b="0" lang="en-US" sz="2800" spc="-1" strike="noStrike">
                <a:solidFill>
                  <a:schemeClr val="dk1"/>
                </a:solidFill>
                <a:latin typeface="Courier New"/>
              </a:rPr>
              <a:t>first_name VARCHAR(45) NOT NULL,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 </a:t>
            </a:r>
            <a:r>
              <a:rPr b="0" lang="en-US" sz="2800" spc="-1" strike="noStrike">
                <a:solidFill>
                  <a:schemeClr val="dk1"/>
                </a:solidFill>
                <a:latin typeface="Courier New"/>
              </a:rPr>
              <a:t>	</a:t>
            </a:r>
            <a:r>
              <a:rPr b="0" lang="en-US" sz="2800" spc="-1" strike="noStrike">
                <a:solidFill>
                  <a:schemeClr val="dk1"/>
                </a:solidFill>
                <a:latin typeface="Courier New"/>
              </a:rPr>
              <a:t>last_name VARCHAR(45) NOT NULL,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 </a:t>
            </a:r>
            <a:r>
              <a:rPr b="0" lang="en-US" sz="2800" spc="-1" strike="noStrike">
                <a:solidFill>
                  <a:schemeClr val="dk1"/>
                </a:solidFill>
                <a:latin typeface="Courier New"/>
              </a:rPr>
              <a:t>	</a:t>
            </a:r>
            <a:r>
              <a:rPr b="0" lang="en-US" sz="2800" spc="-1" strike="noStrike">
                <a:solidFill>
                  <a:schemeClr val="dk1"/>
                </a:solidFill>
                <a:latin typeface="Courier New"/>
              </a:rPr>
              <a:t>email VARCHAR(100) NOT NULL UNIQUE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);v</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FA65AA3F-FEE8-4EDD-A959-7DBF64384EFA}" type="slidenum">
              <a:t>74</a:t>
            </a:fld>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220"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CREATE TABLE public.staff(</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 </a:t>
            </a:r>
            <a:r>
              <a:rPr b="0" lang="en-US" sz="2800" spc="-1" strike="noStrike">
                <a:solidFill>
                  <a:schemeClr val="dk1"/>
                </a:solidFill>
                <a:latin typeface="Courier New"/>
              </a:rPr>
              <a:t>	</a:t>
            </a:r>
            <a:r>
              <a:rPr b="0" lang="en-US" sz="2800" spc="-1" strike="noStrike">
                <a:solidFill>
                  <a:schemeClr val="dk1"/>
                </a:solidFill>
                <a:latin typeface="Courier New"/>
              </a:rPr>
              <a:t>staff_id SERIAL PRIMARY KEY,</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 </a:t>
            </a:r>
            <a:r>
              <a:rPr b="0" lang="en-US" sz="2800" spc="-1" strike="noStrike">
                <a:solidFill>
                  <a:schemeClr val="dk1"/>
                </a:solidFill>
                <a:latin typeface="Courier New"/>
              </a:rPr>
              <a:t>	</a:t>
            </a:r>
            <a:r>
              <a:rPr b="0" lang="en-US" sz="2800" spc="-1" strike="noStrike">
                <a:solidFill>
                  <a:schemeClr val="dk1"/>
                </a:solidFill>
                <a:latin typeface="Courier New"/>
              </a:rPr>
              <a:t>first_name VARCHAR(45) NOT NULL,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 </a:t>
            </a:r>
            <a:r>
              <a:rPr b="0" lang="en-US" sz="2800" spc="-1" strike="noStrike">
                <a:solidFill>
                  <a:schemeClr val="dk1"/>
                </a:solidFill>
                <a:latin typeface="Courier New"/>
              </a:rPr>
              <a:t>	</a:t>
            </a:r>
            <a:r>
              <a:rPr b="0" lang="en-US" sz="2800" spc="-1" strike="noStrike">
                <a:solidFill>
                  <a:schemeClr val="dk1"/>
                </a:solidFill>
                <a:latin typeface="Courier New"/>
              </a:rPr>
              <a:t>last_name VARCHAR(45) NOT NULL,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 </a:t>
            </a:r>
            <a:r>
              <a:rPr b="0" lang="en-US" sz="2800" spc="-1" strike="noStrike">
                <a:solidFill>
                  <a:schemeClr val="dk1"/>
                </a:solidFill>
                <a:latin typeface="Courier New"/>
              </a:rPr>
              <a:t>	</a:t>
            </a:r>
            <a:r>
              <a:rPr b="0" lang="en-US" sz="2800" spc="-1" strike="noStrike">
                <a:solidFill>
                  <a:schemeClr val="dk1"/>
                </a:solidFill>
                <a:latin typeface="Courier New"/>
              </a:rPr>
              <a:t>email VARCHAR(100) NOT NULL UNIQUE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);v</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2AF0F67D-4292-49C9-BBE2-0F16FB6AE6CA}" type="slidenum">
              <a:t>75</a:t>
            </a:fld>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222"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ourier New"/>
              </a:rPr>
              <a:t>SHOW</a:t>
            </a:r>
            <a:r>
              <a:rPr b="0" lang="en-US" sz="2800" spc="-1" strike="noStrike">
                <a:solidFill>
                  <a:schemeClr val="dk1"/>
                </a:solidFill>
                <a:latin typeface="Courier New"/>
              </a:rPr>
              <a:t> search_path;</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public, public, "$user"</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80C677ED-59BE-4EC3-856C-1C69A0151CAE}" type="slidenum">
              <a:t>76</a:t>
            </a:fld>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Creating and Using Schemas</a:t>
            </a:r>
            <a:endParaRPr b="0" lang="en-US" sz="4400" spc="-1" strike="noStrike">
              <a:solidFill>
                <a:srgbClr val="000000"/>
              </a:solidFill>
              <a:latin typeface="Arial"/>
            </a:endParaRPr>
          </a:p>
        </p:txBody>
      </p:sp>
      <p:sp>
        <p:nvSpPr>
          <p:cNvPr id="224"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to create a new schema, can use the CREATE SCHEMA statement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CREATE SCHEMA sale;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command creates a schema named sale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ourier New"/>
              </a:rPr>
              <a:t>DROP SCHEMA schema_name;</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55495DFE-747F-4C3A-BA98-6A51FAC3F2C4}" type="slidenum">
              <a:t>77</a:t>
            </a:fld>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Creating and Using Schemas</a:t>
            </a:r>
            <a:endParaRPr b="0" lang="en-US" sz="4400" spc="-1" strike="noStrike">
              <a:solidFill>
                <a:srgbClr val="000000"/>
              </a:solidFill>
              <a:latin typeface="Arial"/>
            </a:endParaRPr>
          </a:p>
        </p:txBody>
      </p:sp>
      <p:sp>
        <p:nvSpPr>
          <p:cNvPr id="226"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to add schema to search path, use: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SET search_path TO sale, public;</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to access staff table in sale schema, can use: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SELECT * FROM sale.staff;</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to access staff table in public schema, must qualify table name: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SELECT * FROM public.staff;</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8DCEA38F-F75D-407B-8A59-0556D12B6E59}" type="slidenum">
              <a:t>78</a:t>
            </a:fld>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228"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schema search path is a list of schemas that PostgreSQL uses to look for objects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first schema in search path is called current schema</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when create new object without explicitly specifying schema name, PostgreSQL uses current schema for new object</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BA15AACD-46B5-4FFD-BD1F-EF53AD5C20FC}" type="slidenum">
              <a:t>79</a:t>
            </a:fld>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230" name="PlaceHolder 2"/>
          <p:cNvSpPr>
            <a:spLocks noGrp="1"/>
          </p:cNvSpPr>
          <p:nvPr>
            <p:ph/>
          </p:nvPr>
        </p:nvSpPr>
        <p:spPr>
          <a:xfrm>
            <a:off x="838080" y="365040"/>
            <a:ext cx="10514880" cy="581112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ourier New"/>
              </a:rPr>
              <a:t>SHOW</a:t>
            </a:r>
            <a:r>
              <a:rPr b="0" lang="en-US" sz="2800" spc="-1" strike="noStrike">
                <a:solidFill>
                  <a:schemeClr val="dk1"/>
                </a:solidFill>
                <a:latin typeface="Courier New"/>
              </a:rPr>
              <a:t> search_path;</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ourier New"/>
              </a:rPr>
              <a:t>SET</a:t>
            </a:r>
            <a:r>
              <a:rPr b="0" lang="en-US" sz="2800" spc="-1" strike="noStrike">
                <a:solidFill>
                  <a:schemeClr val="dk1"/>
                </a:solidFill>
                <a:latin typeface="Courier New"/>
              </a:rPr>
              <a:t> search_path </a:t>
            </a:r>
            <a:r>
              <a:rPr b="1" lang="en-US" sz="2800" spc="-1" strike="noStrike">
                <a:solidFill>
                  <a:schemeClr val="dk1"/>
                </a:solidFill>
                <a:latin typeface="Courier New"/>
              </a:rPr>
              <a:t>TO</a:t>
            </a:r>
            <a:r>
              <a:rPr b="0" lang="en-US" sz="2800" spc="-1" strike="noStrike">
                <a:solidFill>
                  <a:schemeClr val="dk1"/>
                </a:solidFill>
                <a:latin typeface="Courier New"/>
              </a:rPr>
              <a:t> sale, public;</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ourier New"/>
              </a:rPr>
              <a:t>SHOW</a:t>
            </a:r>
            <a:r>
              <a:rPr b="0" lang="en-US" sz="2800" spc="-1" strike="noStrike">
                <a:solidFill>
                  <a:schemeClr val="dk1"/>
                </a:solidFill>
                <a:latin typeface="Courier New"/>
              </a:rPr>
              <a:t> search_path;</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if create new table without specifying schema name, PostgreSQL will place it into current schema </a:t>
            </a:r>
            <a:r>
              <a:rPr b="0" i="1" lang="en-US" sz="2800" spc="-1" strike="noStrike">
                <a:solidFill>
                  <a:schemeClr val="dk1"/>
                </a:solidFill>
                <a:latin typeface="Calibri"/>
              </a:rPr>
              <a:t>sale</a:t>
            </a:r>
            <a:r>
              <a:rPr b="0" lang="en-US" sz="2800" spc="-1" strike="noStrike">
                <a:solidFill>
                  <a:schemeClr val="dk1"/>
                </a:solidFill>
                <a:latin typeface="Calibri"/>
              </a:rPr>
              <a:t>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800" spc="-1" strike="noStrike">
                <a:solidFill>
                  <a:schemeClr val="dk1"/>
                </a:solidFill>
                <a:latin typeface="Courier New"/>
              </a:rPr>
              <a:t>CREATE</a:t>
            </a:r>
            <a:r>
              <a:rPr b="0" lang="en-US" sz="2800" spc="-1" strike="noStrike">
                <a:solidFill>
                  <a:schemeClr val="dk1"/>
                </a:solidFill>
                <a:latin typeface="Courier New"/>
              </a:rPr>
              <a:t> </a:t>
            </a:r>
            <a:r>
              <a:rPr b="1" lang="en-US" sz="2800" spc="-1" strike="noStrike">
                <a:solidFill>
                  <a:schemeClr val="dk1"/>
                </a:solidFill>
                <a:latin typeface="Courier New"/>
              </a:rPr>
              <a:t>TABLE</a:t>
            </a:r>
            <a:r>
              <a:rPr b="0" lang="en-US" sz="2800" spc="-1" strike="noStrike">
                <a:solidFill>
                  <a:schemeClr val="dk1"/>
                </a:solidFill>
                <a:latin typeface="Courier New"/>
              </a:rPr>
              <a:t> staff(</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 </a:t>
            </a:r>
            <a:r>
              <a:rPr b="0" lang="en-US" sz="2800" spc="-1" strike="noStrike">
                <a:solidFill>
                  <a:schemeClr val="dk1"/>
                </a:solidFill>
                <a:latin typeface="Courier New"/>
              </a:rPr>
              <a:t>	</a:t>
            </a:r>
            <a:r>
              <a:rPr b="0" lang="en-US" sz="2800" spc="-1" strike="noStrike">
                <a:solidFill>
                  <a:schemeClr val="dk1"/>
                </a:solidFill>
                <a:latin typeface="Courier New"/>
              </a:rPr>
              <a:t>staff_id SERIAL </a:t>
            </a:r>
            <a:r>
              <a:rPr b="1" lang="en-US" sz="2800" spc="-1" strike="noStrike">
                <a:solidFill>
                  <a:schemeClr val="dk1"/>
                </a:solidFill>
                <a:latin typeface="Courier New"/>
              </a:rPr>
              <a:t>PRIMARY</a:t>
            </a:r>
            <a:r>
              <a:rPr b="0" lang="en-US" sz="2800" spc="-1" strike="noStrike">
                <a:solidFill>
                  <a:schemeClr val="dk1"/>
                </a:solidFill>
                <a:latin typeface="Courier New"/>
              </a:rPr>
              <a:t> </a:t>
            </a:r>
            <a:r>
              <a:rPr b="1" lang="en-US" sz="2800" spc="-1" strike="noStrike">
                <a:solidFill>
                  <a:schemeClr val="dk1"/>
                </a:solidFill>
                <a:latin typeface="Courier New"/>
              </a:rPr>
              <a:t>KEY</a:t>
            </a:r>
            <a:r>
              <a:rPr b="0" lang="en-US" sz="2800" spc="-1" strike="noStrike">
                <a:solidFill>
                  <a:schemeClr val="dk1"/>
                </a:solidFill>
                <a:latin typeface="Courier New"/>
              </a:rPr>
              <a: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 </a:t>
            </a:r>
            <a:r>
              <a:rPr b="0" lang="en-US" sz="2800" spc="-1" strike="noStrike">
                <a:solidFill>
                  <a:schemeClr val="dk1"/>
                </a:solidFill>
                <a:latin typeface="Courier New"/>
              </a:rPr>
              <a:t>	</a:t>
            </a:r>
            <a:r>
              <a:rPr b="0" lang="en-US" sz="2800" spc="-1" strike="noStrike">
                <a:solidFill>
                  <a:schemeClr val="dk1"/>
                </a:solidFill>
                <a:latin typeface="Courier New"/>
              </a:rPr>
              <a:t>first_name </a:t>
            </a:r>
            <a:r>
              <a:rPr b="1" lang="en-US" sz="2800" spc="-1" strike="noStrike">
                <a:solidFill>
                  <a:schemeClr val="dk1"/>
                </a:solidFill>
                <a:latin typeface="Courier New"/>
              </a:rPr>
              <a:t>VARCHAR</a:t>
            </a:r>
            <a:r>
              <a:rPr b="0" lang="en-US" sz="2800" spc="-1" strike="noStrike">
                <a:solidFill>
                  <a:schemeClr val="dk1"/>
                </a:solidFill>
                <a:latin typeface="Courier New"/>
              </a:rPr>
              <a:t>(45) </a:t>
            </a:r>
            <a:r>
              <a:rPr b="1" lang="en-US" sz="2800" spc="-1" strike="noStrike">
                <a:solidFill>
                  <a:schemeClr val="dk1"/>
                </a:solidFill>
                <a:latin typeface="Courier New"/>
              </a:rPr>
              <a:t>NOT</a:t>
            </a:r>
            <a:r>
              <a:rPr b="0" lang="en-US" sz="2800" spc="-1" strike="noStrike">
                <a:solidFill>
                  <a:schemeClr val="dk1"/>
                </a:solidFill>
                <a:latin typeface="Courier New"/>
              </a:rPr>
              <a:t> </a:t>
            </a:r>
            <a:r>
              <a:rPr b="1" lang="en-US" sz="2800" spc="-1" strike="noStrike">
                <a:solidFill>
                  <a:schemeClr val="dk1"/>
                </a:solidFill>
                <a:latin typeface="Courier New"/>
              </a:rPr>
              <a:t>NULL</a:t>
            </a:r>
            <a:r>
              <a:rPr b="0" lang="en-US" sz="2800" spc="-1" strike="noStrike">
                <a:solidFill>
                  <a:schemeClr val="dk1"/>
                </a:solidFill>
                <a:latin typeface="Courier New"/>
              </a:rPr>
              <a: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 </a:t>
            </a:r>
            <a:r>
              <a:rPr b="0" lang="en-US" sz="2800" spc="-1" strike="noStrike">
                <a:solidFill>
                  <a:schemeClr val="dk1"/>
                </a:solidFill>
                <a:latin typeface="Courier New"/>
              </a:rPr>
              <a:t>	</a:t>
            </a:r>
            <a:r>
              <a:rPr b="0" lang="en-US" sz="2800" spc="-1" strike="noStrike">
                <a:solidFill>
                  <a:schemeClr val="dk1"/>
                </a:solidFill>
                <a:latin typeface="Courier New"/>
              </a:rPr>
              <a:t>last_name </a:t>
            </a:r>
            <a:r>
              <a:rPr b="1" lang="en-US" sz="2800" spc="-1" strike="noStrike">
                <a:solidFill>
                  <a:schemeClr val="dk1"/>
                </a:solidFill>
                <a:latin typeface="Courier New"/>
              </a:rPr>
              <a:t>VARCHAR</a:t>
            </a:r>
            <a:r>
              <a:rPr b="0" lang="en-US" sz="2800" spc="-1" strike="noStrike">
                <a:solidFill>
                  <a:schemeClr val="dk1"/>
                </a:solidFill>
                <a:latin typeface="Courier New"/>
              </a:rPr>
              <a:t>(45) </a:t>
            </a:r>
            <a:r>
              <a:rPr b="1" lang="en-US" sz="2800" spc="-1" strike="noStrike">
                <a:solidFill>
                  <a:schemeClr val="dk1"/>
                </a:solidFill>
                <a:latin typeface="Courier New"/>
              </a:rPr>
              <a:t>NOT</a:t>
            </a:r>
            <a:r>
              <a:rPr b="0" lang="en-US" sz="2800" spc="-1" strike="noStrike">
                <a:solidFill>
                  <a:schemeClr val="dk1"/>
                </a:solidFill>
                <a:latin typeface="Courier New"/>
              </a:rPr>
              <a:t> </a:t>
            </a:r>
            <a:r>
              <a:rPr b="1" lang="en-US" sz="2800" spc="-1" strike="noStrike">
                <a:solidFill>
                  <a:schemeClr val="dk1"/>
                </a:solidFill>
                <a:latin typeface="Courier New"/>
              </a:rPr>
              <a:t>NULL</a:t>
            </a:r>
            <a:r>
              <a:rPr b="0" lang="en-US" sz="2800" spc="-1" strike="noStrike">
                <a:solidFill>
                  <a:schemeClr val="dk1"/>
                </a:solidFill>
                <a:latin typeface="Courier New"/>
              </a:rPr>
              <a: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 </a:t>
            </a:r>
            <a:r>
              <a:rPr b="0" lang="en-US" sz="2800" spc="-1" strike="noStrike">
                <a:solidFill>
                  <a:schemeClr val="dk1"/>
                </a:solidFill>
                <a:latin typeface="Courier New"/>
              </a:rPr>
              <a:t>	</a:t>
            </a:r>
            <a:r>
              <a:rPr b="0" lang="en-US" sz="2800" spc="-1" strike="noStrike">
                <a:solidFill>
                  <a:schemeClr val="dk1"/>
                </a:solidFill>
                <a:latin typeface="Courier New"/>
              </a:rPr>
              <a:t>email </a:t>
            </a:r>
            <a:r>
              <a:rPr b="1" lang="en-US" sz="2800" spc="-1" strike="noStrike">
                <a:solidFill>
                  <a:schemeClr val="dk1"/>
                </a:solidFill>
                <a:latin typeface="Courier New"/>
              </a:rPr>
              <a:t>VARCHAR</a:t>
            </a:r>
            <a:r>
              <a:rPr b="0" lang="en-US" sz="2800" spc="-1" strike="noStrike">
                <a:solidFill>
                  <a:schemeClr val="dk1"/>
                </a:solidFill>
                <a:latin typeface="Courier New"/>
              </a:rPr>
              <a:t>(100) </a:t>
            </a:r>
            <a:r>
              <a:rPr b="1" lang="en-US" sz="2800" spc="-1" strike="noStrike">
                <a:solidFill>
                  <a:schemeClr val="dk1"/>
                </a:solidFill>
                <a:latin typeface="Courier New"/>
              </a:rPr>
              <a:t>NOT</a:t>
            </a:r>
            <a:r>
              <a:rPr b="0" lang="en-US" sz="2800" spc="-1" strike="noStrike">
                <a:solidFill>
                  <a:schemeClr val="dk1"/>
                </a:solidFill>
                <a:latin typeface="Courier New"/>
              </a:rPr>
              <a:t> </a:t>
            </a:r>
            <a:r>
              <a:rPr b="1" lang="en-US" sz="2800" spc="-1" strike="noStrike">
                <a:solidFill>
                  <a:schemeClr val="dk1"/>
                </a:solidFill>
                <a:latin typeface="Courier New"/>
              </a:rPr>
              <a:t>NULL</a:t>
            </a:r>
            <a:r>
              <a:rPr b="0" lang="en-US" sz="2800" spc="-1" strike="noStrike">
                <a:solidFill>
                  <a:schemeClr val="dk1"/>
                </a:solidFill>
                <a:latin typeface="Courier New"/>
              </a:rPr>
              <a:t> </a:t>
            </a:r>
            <a:r>
              <a:rPr b="1" lang="en-US" sz="2800" spc="-1" strike="noStrike">
                <a:solidFill>
                  <a:schemeClr val="dk1"/>
                </a:solidFill>
                <a:latin typeface="Courier New"/>
              </a:rPr>
              <a:t>UNIQUE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ourier New"/>
              </a:rPr>
              <a:t>);</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48EB2BCE-E798-4EDE-8EF7-26A976E40B65}" type="slidenum">
              <a:t>80</a:t>
            </a:fld>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232"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SELECT * FROM table_name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SELECT * FROM server_name.database_name.schema.table_name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1" i="1" lang="en-US" sz="2800" spc="-1" strike="noStrike">
                <a:solidFill>
                  <a:schemeClr val="dk1"/>
                </a:solidFill>
                <a:latin typeface="Calibri"/>
              </a:rPr>
              <a:t>default values: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server_name: from connection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database_name: from connection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schema: public</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8124AEF6-08A5-4EEB-A8F0-29E46D527C4A}" type="slidenum">
              <a:t>81</a:t>
            </a:fld>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831960" y="1709640"/>
            <a:ext cx="10514880" cy="285192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6000" spc="-1" strike="noStrike">
                <a:solidFill>
                  <a:schemeClr val="dk1"/>
                </a:solidFill>
                <a:latin typeface="Calibri Light"/>
              </a:rPr>
              <a:t>Backup Restore</a:t>
            </a:r>
            <a:endParaRPr b="0" lang="en-US" sz="6000" spc="-1" strike="noStrike">
              <a:solidFill>
                <a:srgbClr val="000000"/>
              </a:solidFill>
              <a:latin typeface="Arial"/>
            </a:endParaRPr>
          </a:p>
        </p:txBody>
      </p:sp>
      <p:sp>
        <p:nvSpPr>
          <p:cNvPr id="234" name="PlaceHolder 2"/>
          <p:cNvSpPr>
            <a:spLocks noGrp="1"/>
          </p:cNvSpPr>
          <p:nvPr>
            <p:ph/>
          </p:nvPr>
        </p:nvSpPr>
        <p:spPr>
          <a:xfrm>
            <a:off x="831960" y="4589640"/>
            <a:ext cx="10514880" cy="14994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sp>
        <p:nvSpPr>
          <p:cNvPr id="4" name="PlaceHolder 3"/>
          <p:cNvSpPr>
            <a:spLocks noGrp="1"/>
          </p:cNvSpPr>
          <p:nvPr>
            <p:ph type="ftr" idx="16"/>
          </p:nvPr>
        </p:nvSpPr>
        <p:spPr/>
        <p:txBody>
          <a:bodyPr/>
          <a:p>
            <a:r>
              <a:t>DataBase with PostgreSQL</a:t>
            </a:r>
          </a:p>
        </p:txBody>
      </p:sp>
      <p:sp>
        <p:nvSpPr>
          <p:cNvPr id="5" name="PlaceHolder 4"/>
          <p:cNvSpPr>
            <a:spLocks noGrp="1"/>
          </p:cNvSpPr>
          <p:nvPr>
            <p:ph type="sldNum" idx="17"/>
          </p:nvPr>
        </p:nvSpPr>
        <p:spPr/>
        <p:txBody>
          <a:bodyPr/>
          <a:p>
            <a:fld id="{DDAE7536-0066-4F8E-B61E-4E595293461A}" type="slidenum">
              <a:t>82</a:t>
            </a:fld>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BackUp &amp; ReStore DataBase</a:t>
            </a:r>
            <a:endParaRPr b="0" lang="en-US" sz="4400" spc="-1" strike="noStrike">
              <a:solidFill>
                <a:srgbClr val="000000"/>
              </a:solidFill>
              <a:latin typeface="Arial"/>
            </a:endParaRPr>
          </a:p>
        </p:txBody>
      </p:sp>
      <p:sp>
        <p:nvSpPr>
          <p:cNvPr id="236"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backup with command line utility pg_dump</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pg_dump -U postgres -W -F p </a:t>
            </a:r>
            <a:r>
              <a:rPr b="0" i="1" lang="en-US" sz="2800" spc="-1" strike="noStrike">
                <a:solidFill>
                  <a:schemeClr val="dk1"/>
                </a:solidFill>
                <a:latin typeface="Calibri"/>
              </a:rPr>
              <a:t>database_name </a:t>
            </a:r>
            <a:r>
              <a:rPr b="0" lang="en-US" sz="2800" spc="-1" strike="noStrike">
                <a:solidFill>
                  <a:schemeClr val="dk1"/>
                </a:solidFill>
                <a:latin typeface="Calibri"/>
              </a:rPr>
              <a:t>&gt; </a:t>
            </a:r>
            <a:r>
              <a:rPr b="0" i="1" lang="en-US" sz="2800" spc="-1" strike="noStrike">
                <a:solidFill>
                  <a:schemeClr val="dk1"/>
                </a:solidFill>
                <a:latin typeface="Calibri"/>
              </a:rPr>
              <a:t>script_file_name.sql</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restore with command line utility psql to run script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psql -U postgres -d </a:t>
            </a:r>
            <a:r>
              <a:rPr b="0" i="1" lang="en-US" sz="2800" spc="-1" strike="noStrike">
                <a:solidFill>
                  <a:schemeClr val="dk1"/>
                </a:solidFill>
                <a:latin typeface="Calibri"/>
              </a:rPr>
              <a:t>database_name </a:t>
            </a:r>
            <a:r>
              <a:rPr b="0" lang="en-US" sz="2800" spc="-1" strike="noStrike">
                <a:solidFill>
                  <a:schemeClr val="dk1"/>
                </a:solidFill>
                <a:latin typeface="Calibri"/>
              </a:rPr>
              <a:t>&lt; </a:t>
            </a:r>
            <a:r>
              <a:rPr b="0" i="1" lang="en-US" sz="2800" spc="-1" strike="noStrike">
                <a:solidFill>
                  <a:schemeClr val="dk1"/>
                </a:solidFill>
                <a:latin typeface="Calibri"/>
              </a:rPr>
              <a:t>script_file_name.sql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D4D7CB89-A608-4247-BD8C-1003CE60B4BC}" type="slidenum">
              <a:t>83</a:t>
            </a:fld>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238"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these are full database backup and restore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not incremental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policy to name backup script files according with date </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CB309C7A-585E-461D-8554-9186B5D0DD1C}" type="slidenum">
              <a:t>84</a:t>
            </a:fld>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240"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 MacOS there are various ways in which you can install Postgres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location of PostGreSQL depend on installation type</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interactive installer by EDB</a:t>
            </a:r>
            <a:endParaRPr b="0" lang="en-US" sz="2800" spc="-1" strike="noStrike">
              <a:solidFill>
                <a:srgbClr val="000000"/>
              </a:solidFill>
              <a:latin typeface="Arial"/>
            </a:endParaRPr>
          </a:p>
          <a:p>
            <a:pPr lvl="2" marL="11430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\Library\postgres\13</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HomeBrew</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MacPorts Project</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Fink Project</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5FC50B25-CAD7-42D7-A8CB-433846B06FE4}" type="slidenum">
              <a:t>85</a:t>
            </a:fld>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242"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making location of PostGreSQL utilities, including psql, available on path on Windows OS by Edit the System Environment variables: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PATH</a:t>
            </a:r>
            <a:endParaRPr b="0" lang="en-US" sz="2800" spc="-1" strike="noStrike">
              <a:solidFill>
                <a:srgbClr val="000000"/>
              </a:solidFill>
              <a:latin typeface="Arial"/>
            </a:endParaRPr>
          </a:p>
          <a:p>
            <a:pPr lvl="2" marL="1143000" indent="-228600" defTabSz="914400">
              <a:lnSpc>
                <a:spcPct val="90000"/>
              </a:lnSpc>
              <a:spcBef>
                <a:spcPts val="499"/>
              </a:spcBef>
              <a:buClr>
                <a:srgbClr val="000000"/>
              </a:buClr>
              <a:buFont typeface="Arial"/>
              <a:buChar char="•"/>
            </a:pPr>
            <a:r>
              <a:rPr b="0" lang="en-US" sz="2800" spc="-1" strike="noStrike">
                <a:solidFill>
                  <a:schemeClr val="dk1"/>
                </a:solidFill>
                <a:latin typeface="Calibri"/>
              </a:rPr>
              <a:t>add \Program Files\PostgreSQL\13\bin</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making location of PostGreSQL psql utilities, including psql, available on path on MacOS and various Linux distributions depend on the type of shell command in use</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0910050B-BBE7-4E54-9F4E-B8E2377325FB}" type="slidenum">
              <a:t>86</a:t>
            </a:fld>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831960" y="1709640"/>
            <a:ext cx="10514880" cy="285192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6000" spc="-1" strike="noStrike">
                <a:solidFill>
                  <a:schemeClr val="dk1"/>
                </a:solidFill>
                <a:latin typeface="Calibri Light"/>
              </a:rPr>
              <a:t>Data types</a:t>
            </a:r>
            <a:endParaRPr b="0" lang="en-US" sz="6000" spc="-1" strike="noStrike">
              <a:solidFill>
                <a:srgbClr val="000000"/>
              </a:solidFill>
              <a:latin typeface="Arial"/>
            </a:endParaRPr>
          </a:p>
        </p:txBody>
      </p:sp>
      <p:sp>
        <p:nvSpPr>
          <p:cNvPr id="244" name="PlaceHolder 2"/>
          <p:cNvSpPr>
            <a:spLocks noGrp="1"/>
          </p:cNvSpPr>
          <p:nvPr>
            <p:ph/>
          </p:nvPr>
        </p:nvSpPr>
        <p:spPr>
          <a:xfrm>
            <a:off x="831960" y="4589640"/>
            <a:ext cx="10514880" cy="14994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sp>
        <p:nvSpPr>
          <p:cNvPr id="4" name="PlaceHolder 3"/>
          <p:cNvSpPr>
            <a:spLocks noGrp="1"/>
          </p:cNvSpPr>
          <p:nvPr>
            <p:ph type="ftr" idx="16"/>
          </p:nvPr>
        </p:nvSpPr>
        <p:spPr/>
        <p:txBody>
          <a:bodyPr/>
          <a:p>
            <a:r>
              <a:t>DataBase with PostgreSQL</a:t>
            </a:r>
          </a:p>
        </p:txBody>
      </p:sp>
      <p:sp>
        <p:nvSpPr>
          <p:cNvPr id="5" name="PlaceHolder 4"/>
          <p:cNvSpPr>
            <a:spLocks noGrp="1"/>
          </p:cNvSpPr>
          <p:nvPr>
            <p:ph type="sldNum" idx="17"/>
          </p:nvPr>
        </p:nvSpPr>
        <p:spPr/>
        <p:txBody>
          <a:bodyPr/>
          <a:p>
            <a:fld id="{0BEA2CCA-4119-490E-876F-09367FF762BD}" type="slidenum">
              <a:t>87</a:t>
            </a:fld>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1" lang="en-US" sz="4800" spc="-1" strike="noStrike">
                <a:solidFill>
                  <a:schemeClr val="dk1"/>
                </a:solidFill>
                <a:latin typeface="Calibri Light"/>
              </a:rPr>
              <a:t>Data Types</a:t>
            </a:r>
            <a:endParaRPr b="0" lang="en-US" sz="4800" spc="-1" strike="noStrike">
              <a:solidFill>
                <a:srgbClr val="000000"/>
              </a:solidFill>
              <a:latin typeface="Arial"/>
            </a:endParaRPr>
          </a:p>
        </p:txBody>
      </p:sp>
      <p:sp>
        <p:nvSpPr>
          <p:cNvPr id="246"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3200" spc="-1" strike="noStrike">
                <a:solidFill>
                  <a:schemeClr val="dk1"/>
                </a:solidFill>
                <a:latin typeface="Calibri"/>
              </a:rPr>
              <a:t>PostgreSQL native data types:</a:t>
            </a:r>
            <a:endParaRPr b="0" lang="en-US" sz="32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3000" spc="-1" strike="noStrike">
                <a:solidFill>
                  <a:schemeClr val="dk1"/>
                </a:solidFill>
                <a:latin typeface="Calibri"/>
              </a:rPr>
              <a:t>numbers</a:t>
            </a:r>
            <a:endParaRPr b="0" lang="en-US" sz="3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3000" spc="-1" strike="noStrike">
                <a:solidFill>
                  <a:schemeClr val="dk1"/>
                </a:solidFill>
                <a:latin typeface="Calibri"/>
              </a:rPr>
              <a:t>character strings</a:t>
            </a:r>
            <a:endParaRPr b="0" lang="en-US" sz="3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3000" spc="-1" strike="noStrike">
                <a:solidFill>
                  <a:schemeClr val="dk1"/>
                </a:solidFill>
                <a:latin typeface="Calibri"/>
              </a:rPr>
              <a:t>date time</a:t>
            </a:r>
            <a:endParaRPr b="0" lang="en-US" sz="3000" spc="-1" strike="noStrike">
              <a:solidFill>
                <a:srgbClr val="000000"/>
              </a:solidFill>
              <a:latin typeface="Arial"/>
            </a:endParaRPr>
          </a:p>
          <a:p>
            <a:pPr indent="0" defTabSz="914400">
              <a:lnSpc>
                <a:spcPct val="90000"/>
              </a:lnSpc>
              <a:spcBef>
                <a:spcPts val="1001"/>
              </a:spcBef>
              <a:buNone/>
              <a:tabLst>
                <a:tab algn="l" pos="0"/>
              </a:tabLst>
            </a:pPr>
            <a:endParaRPr b="0" lang="en-US" sz="30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48B33839-BE27-4904-B3E9-691468501703}" type="slidenum">
              <a:t>88</a:t>
            </a:fld>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0" lang="en-US" sz="4400" spc="-1" strike="noStrike">
                <a:solidFill>
                  <a:schemeClr val="dk1"/>
                </a:solidFill>
                <a:latin typeface="Calibri Light"/>
              </a:rPr>
              <a:t>Numbers</a:t>
            </a:r>
            <a:endParaRPr b="0" lang="en-US" sz="4400" spc="-1" strike="noStrike">
              <a:solidFill>
                <a:srgbClr val="000000"/>
              </a:solidFill>
              <a:latin typeface="Arial"/>
            </a:endParaRPr>
          </a:p>
        </p:txBody>
      </p:sp>
      <p:sp>
        <p:nvSpPr>
          <p:cNvPr id="248"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smallint, integer - alias for int - bigint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numeric or decimal, no difference in PostgreSQL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real 4 bytes; double precision 8 bytes - </a:t>
            </a:r>
            <a:r>
              <a:rPr b="0" lang="en-US" sz="2800" spc="-1" strike="noStrike">
                <a:solidFill>
                  <a:schemeClr val="dk1"/>
                </a:solidFill>
                <a:latin typeface="Calibri"/>
              </a:rPr>
              <a:t>	</a:t>
            </a:r>
            <a:r>
              <a:rPr b="0" lang="en-US" sz="2800" spc="-1" strike="noStrike">
                <a:solidFill>
                  <a:schemeClr val="dk1"/>
                </a:solidFill>
                <a:latin typeface="Calibri"/>
              </a:rPr>
              <a:t>special values: NaN, Infinity, -Infinity</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serial types are wrappers on top of int; often used as surrogate keys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utilizes sequences behind scene: database object used to generate sequences by specifying min., max., and increment values</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222F7A43-CF0E-4908-87A2-F1546FAEC89D}" type="slidenum">
              <a:t>89</a:t>
            </a:fld>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250"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CREATE TABLE customer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 </a:t>
            </a:r>
            <a:r>
              <a:rPr b="0" lang="en-US" sz="2800" spc="-1" strike="noStrike">
                <a:solidFill>
                  <a:schemeClr val="dk1"/>
                </a:solidFill>
                <a:latin typeface="Calibri"/>
              </a:rPr>
              <a:t>	</a:t>
            </a:r>
            <a:r>
              <a:rPr b="0" lang="en-US" sz="2800" spc="-1" strike="noStrike">
                <a:solidFill>
                  <a:schemeClr val="dk1"/>
                </a:solidFill>
                <a:latin typeface="Calibri"/>
              </a:rPr>
              <a:t>customer_id SERIAL</a:t>
            </a:r>
            <a:r>
              <a:rPr b="0" lang="en-US" sz="2800" spc="-1" strike="noStrike">
                <a:solidFill>
                  <a:schemeClr val="dk1"/>
                </a:solidFill>
                <a:latin typeface="Calibri"/>
              </a:rPr>
              <a:t>	</a:t>
            </a:r>
            <a:r>
              <a:rPr b="0" lang="en-US" sz="2800" spc="-1" strike="noStrike">
                <a:solidFill>
                  <a:schemeClr val="dk1"/>
                </a:solidFill>
                <a:latin typeface="Calibri"/>
              </a:rPr>
              <a: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CREATE SEQUENCE custome_customer_id_seq;</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CREATE TABLE customer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 </a:t>
            </a:r>
            <a:r>
              <a:rPr b="0" lang="en-US" sz="2800" spc="-1" strike="noStrike">
                <a:solidFill>
                  <a:schemeClr val="dk1"/>
                </a:solidFill>
                <a:latin typeface="Calibri"/>
              </a:rPr>
              <a:t>	</a:t>
            </a:r>
            <a:r>
              <a:rPr b="0" lang="en-US" sz="2800" spc="-1" strike="noStrike">
                <a:solidFill>
                  <a:schemeClr val="dk1"/>
                </a:solidFill>
                <a:latin typeface="Calibri"/>
              </a:rPr>
              <a:t>customer_id integer NOT NULL DEFAULT </a:t>
            </a:r>
            <a:r>
              <a:rPr b="0" lang="en-US" sz="2800" spc="-1" strike="noStrike">
                <a:solidFill>
                  <a:schemeClr val="dk1"/>
                </a:solidFill>
                <a:latin typeface="Calibri"/>
              </a:rPr>
              <a:t>	</a:t>
            </a:r>
            <a:r>
              <a:rPr b="0" lang="en-US" sz="2800" spc="-1" strike="noStrike">
                <a:solidFill>
                  <a:schemeClr val="dk1"/>
                </a:solidFill>
                <a:latin typeface="Calibri"/>
              </a:rPr>
              <a:t>nextval('customer_customer_id_seq’)</a:t>
            </a:r>
            <a:r>
              <a:rPr b="0" lang="en-US" sz="2800" spc="-1" strike="noStrike">
                <a:solidFill>
                  <a:schemeClr val="dk1"/>
                </a:solidFill>
                <a:latin typeface="Calibri"/>
              </a:rPr>
              <a:t>	</a:t>
            </a:r>
            <a:r>
              <a:rPr b="0" lang="en-US" sz="2800" spc="-1" strike="noStrike">
                <a:solidFill>
                  <a:schemeClr val="dk1"/>
                </a:solidFill>
                <a:latin typeface="Calibri"/>
              </a:rPr>
              <a:t>	</a:t>
            </a:r>
            <a:r>
              <a:rPr b="0" lang="en-US" sz="2800" spc="-1" strike="noStrike">
                <a:solidFill>
                  <a:schemeClr val="dk1"/>
                </a:solidFill>
                <a:latin typeface="Calibri"/>
              </a:rPr>
              <a: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ALTER SEQUENCE customer_customer_id_seq OWNED BY customer.Customer_id;</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1846CAAD-8444-4FCE-BE3C-73C6B505C658}" type="slidenum">
              <a:t>90</a:t>
            </a:fld>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Sequence</a:t>
            </a:r>
            <a:endParaRPr b="0" lang="en-US" sz="4400" spc="-1" strike="noStrike">
              <a:solidFill>
                <a:srgbClr val="000000"/>
              </a:solidFill>
              <a:latin typeface="Arial"/>
            </a:endParaRPr>
          </a:p>
        </p:txBody>
      </p:sp>
      <p:sp>
        <p:nvSpPr>
          <p:cNvPr id="252"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sequence will be created with name tableName_columnName_seq</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column will have Not Null value constraint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column will have default value generated by function nextval()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sequence will be owned by column, means that sequence will be dropped automatically if column is dropped</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FA8F42CB-A719-4FDB-ACBD-B046188C064C}" type="slidenum">
              <a:t>91</a:t>
            </a:fld>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Character strings</a:t>
            </a:r>
            <a:endParaRPr b="0" lang="en-US" sz="4400" spc="-1" strike="noStrike">
              <a:solidFill>
                <a:srgbClr val="000000"/>
              </a:solidFill>
              <a:latin typeface="Arial"/>
            </a:endParaRPr>
          </a:p>
        </p:txBody>
      </p:sp>
      <p:sp>
        <p:nvSpPr>
          <p:cNvPr id="254"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rgbClr val="000000"/>
                </a:solidFill>
                <a:latin typeface="Calibri"/>
              </a:rPr>
              <a:t>"char", equivalent to char(1), it must be quoted</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rgbClr val="000000"/>
                </a:solidFill>
                <a:latin typeface="Calibri"/>
              </a:rPr>
              <a:t>name, equivalent to varchar(64)</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char(n) - fixed length character</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varchar(n) - alias: character varying(n) – up to: 10.485.760 = </a:t>
            </a:r>
            <a:r>
              <a:rPr b="0" lang="en-US" sz="2800" spc="-1" strike="noStrike">
                <a:solidFill>
                  <a:srgbClr val="000000"/>
                </a:solidFill>
                <a:latin typeface="Calibri"/>
              </a:rPr>
              <a:t>10*1024*1024 </a:t>
            </a:r>
            <a:r>
              <a:rPr b="0" lang="en-US" sz="2800" spc="-1" strike="noStrike">
                <a:solidFill>
                  <a:srgbClr val="000000"/>
                </a:solidFill>
                <a:latin typeface="Calibri"/>
              </a:rPr>
              <a:t>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text – unlimited</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operations on char data types ignore trailing spaces</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3D0F12A6-504E-41BC-A459-8D801798F64C}" type="slidenum">
              <a:t>92</a:t>
            </a:fld>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Date and Time</a:t>
            </a:r>
            <a:endParaRPr b="0" lang="en-US" sz="4400" spc="-1" strike="noStrike">
              <a:solidFill>
                <a:srgbClr val="000000"/>
              </a:solidFill>
              <a:latin typeface="Arial"/>
            </a:endParaRPr>
          </a:p>
        </p:txBody>
      </p:sp>
      <p:sp>
        <p:nvSpPr>
          <p:cNvPr id="256"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timestamp with / without time zone; 4713 BC - 294276 AD</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date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time with / without time zone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interval [fields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stores timestamp with and without time zone in universal coordinated time (UTC) format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7883589F-E120-4CB2-A247-6CEB834A198D}" type="slidenum">
              <a:t>93</a:t>
            </a:fld>
          </a:p>
        </p:txBody>
      </p:sp>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Data types</a:t>
            </a:r>
            <a:endParaRPr b="0" lang="en-US" sz="4400" spc="-1" strike="noStrike">
              <a:solidFill>
                <a:srgbClr val="000000"/>
              </a:solidFill>
              <a:latin typeface="Arial"/>
            </a:endParaRPr>
          </a:p>
        </p:txBody>
      </p:sp>
      <p:sp>
        <p:nvSpPr>
          <p:cNvPr id="258"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Boolean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Character</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Number</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Temporal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PostgreSQL extension types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Binary Large Object (BLOB)</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0E8F11F1-4527-4FCD-AAB4-55E48780B35B}" type="slidenum">
              <a:t>94</a:t>
            </a:fld>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Boolean (bool)</a:t>
            </a:r>
            <a:endParaRPr b="0" lang="en-US" sz="4400" spc="-1" strike="noStrike">
              <a:solidFill>
                <a:srgbClr val="000000"/>
              </a:solidFill>
              <a:latin typeface="Arial"/>
            </a:endParaRPr>
          </a:p>
        </p:txBody>
      </p:sp>
      <p:sp>
        <p:nvSpPr>
          <p:cNvPr id="260"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true and false,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and NULL, for when value is unknown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'1' '0'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'yes' 'no'</a:t>
            </a:r>
            <a:r>
              <a:rPr b="0" lang="en-US" sz="2800" spc="-1" strike="noStrike">
                <a:solidFill>
                  <a:schemeClr val="dk1"/>
                </a:solidFill>
                <a:latin typeface="Calibri"/>
              </a:rPr>
              <a:t>	</a:t>
            </a:r>
            <a:r>
              <a:rPr b="0" lang="en-US" sz="2800" spc="-1" strike="noStrike">
                <a:solidFill>
                  <a:schemeClr val="dk1"/>
                </a:solidFill>
                <a:latin typeface="Calibri"/>
              </a:rPr>
              <a:t>	</a:t>
            </a:r>
            <a:r>
              <a:rPr b="0" lang="en-US" sz="2800" spc="-1" strike="noStrike">
                <a:solidFill>
                  <a:schemeClr val="dk1"/>
                </a:solidFill>
                <a:latin typeface="Calibri"/>
              </a:rPr>
              <a:t>	</a:t>
            </a:r>
            <a:r>
              <a:rPr b="0" lang="en-US" sz="2800" spc="-1" strike="noStrike">
                <a:solidFill>
                  <a:schemeClr val="dk1"/>
                </a:solidFill>
                <a:latin typeface="Calibri"/>
              </a:rPr>
              <a:t>'y' 'n'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'true' 'false'</a:t>
            </a:r>
            <a:r>
              <a:rPr b="0" lang="en-US" sz="2800" spc="-1" strike="noStrike">
                <a:solidFill>
                  <a:schemeClr val="dk1"/>
                </a:solidFill>
                <a:latin typeface="Calibri"/>
              </a:rPr>
              <a:t>	</a:t>
            </a:r>
            <a:r>
              <a:rPr b="0" lang="en-US" sz="2800" spc="-1" strike="noStrike">
                <a:solidFill>
                  <a:schemeClr val="dk1"/>
                </a:solidFill>
                <a:latin typeface="Calibri"/>
              </a:rPr>
              <a:t>	</a:t>
            </a:r>
            <a:r>
              <a:rPr b="0" lang="en-US" sz="2800" spc="-1" strike="noStrike">
                <a:solidFill>
                  <a:schemeClr val="dk1"/>
                </a:solidFill>
                <a:latin typeface="Calibri"/>
              </a:rPr>
              <a:t>'t' 'f’</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these are also case-insensitive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when displays contents show only t, f, and space character for NULL</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615CBD1E-7D12-4AF6-B21B-64464646B026}" type="slidenum">
              <a:t>95</a:t>
            </a:fld>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Character</a:t>
            </a:r>
            <a:endParaRPr b="0" lang="en-US" sz="4400" spc="-1" strike="noStrike">
              <a:solidFill>
                <a:srgbClr val="000000"/>
              </a:solidFill>
              <a:latin typeface="Arial"/>
            </a:endParaRPr>
          </a:p>
        </p:txBody>
      </p:sp>
      <p:sp>
        <p:nvSpPr>
          <p:cNvPr id="262"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char - single character.</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char(n) - set of characters exactly n characters in length, padded with spaces if needed</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varchar(n) - set of characters up to n characters in length, with no padding</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varchar; text - unlimited (1Gb) length character string</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700" spc="-1" strike="noStrike">
                <a:solidFill>
                  <a:schemeClr val="dk1"/>
                </a:solidFill>
                <a:latin typeface="Calibri"/>
              </a:rPr>
              <a:t>not standard SQL type</a:t>
            </a:r>
            <a:endParaRPr b="0" lang="en-US" sz="27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can also contain NULL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phone numbers: char(10); names varchar(100), …</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56D37442-A8CB-489F-84C3-CAF41DEA649C}" type="slidenum">
              <a:t>96</a:t>
            </a:fld>
          </a:p>
        </p:txBody>
      </p:sp>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Number</a:t>
            </a:r>
            <a:endParaRPr b="0" lang="en-US" sz="4400" spc="-1" strike="noStrike">
              <a:solidFill>
                <a:srgbClr val="000000"/>
              </a:solidFill>
              <a:latin typeface="Arial"/>
            </a:endParaRPr>
          </a:p>
        </p:txBody>
      </p:sp>
      <p:sp>
        <p:nvSpPr>
          <p:cNvPr id="264"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small integer smallint - 2-byte signed integer, capable of storing numbers from –32.768 to 32.767</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integer int- 4-byte integer, capable of storing numbers from –2.147.483.648 to 2.147.483.647</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serial - same as integer, except that its value is normally automatically entered by PostgreSQL database</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9123854E-D0C0-40EB-AEDA-0CF1506B35B4}" type="slidenum">
              <a:t>97</a:t>
            </a:fld>
          </a:p>
        </p:txBody>
      </p:sp>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Number</a:t>
            </a:r>
            <a:endParaRPr b="0" lang="en-US" sz="4400" spc="-1" strike="noStrike">
              <a:solidFill>
                <a:srgbClr val="000000"/>
              </a:solidFill>
              <a:latin typeface="Arial"/>
            </a:endParaRPr>
          </a:p>
        </p:txBody>
      </p:sp>
      <p:sp>
        <p:nvSpPr>
          <p:cNvPr id="266"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float float(n) - floating-point number with at least precision n, up to maximum of 8 bytes of storage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float8 real - double-precision (8-byte) floating-point number</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numeric numeric(p,s) - real number with p digits, s of them after decimal point</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600" spc="-1" strike="noStrike">
                <a:solidFill>
                  <a:schemeClr val="dk1"/>
                </a:solidFill>
                <a:latin typeface="Calibri"/>
              </a:rPr>
              <a:t>always exact number, but less efficient to work with than ordinary float</a:t>
            </a:r>
            <a:endParaRPr b="0" lang="en-US" sz="26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money numeric(9,2) - PostgreSQL-specific type, though common in other databases; became deprecated in version 8.0</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D6FEAA72-0836-448B-98A5-D34B92A26EFB}" type="slidenum">
              <a:t>98</a:t>
            </a:fld>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Number</a:t>
            </a:r>
            <a:endParaRPr b="0" lang="en-US" sz="4400" spc="-1" strike="noStrike">
              <a:solidFill>
                <a:srgbClr val="000000"/>
              </a:solidFill>
              <a:latin typeface="Arial"/>
            </a:endParaRPr>
          </a:p>
        </p:txBody>
      </p:sp>
      <p:sp>
        <p:nvSpPr>
          <p:cNvPr id="268"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NULL</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BBA7AFA5-C86B-429D-9B0A-0F1D2A12E964}" type="slidenum">
              <a:t>99</a:t>
            </a:fld>
          </a:p>
        </p:txBody>
      </p:sp>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Temporal</a:t>
            </a:r>
            <a:endParaRPr b="0" lang="en-US" sz="4400" spc="-1" strike="noStrike">
              <a:solidFill>
                <a:srgbClr val="000000"/>
              </a:solidFill>
              <a:latin typeface="Arial"/>
            </a:endParaRPr>
          </a:p>
        </p:txBody>
      </p:sp>
      <p:sp>
        <p:nvSpPr>
          <p:cNvPr id="270"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date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time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timestamp - stores date and time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interval - stores information about difference in timestamps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timestamptz - PostgreSQL extension that stores timestamp and time zone information</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NULL</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DB1B8EB3-8D97-4618-A089-E9A0FBCEC86F}" type="slidenum">
              <a:t>100</a:t>
            </a:fld>
          </a:p>
        </p:txBody>
      </p:sp>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Special Data Types</a:t>
            </a:r>
            <a:endParaRPr b="0" lang="en-US" sz="4400" spc="-1" strike="noStrike">
              <a:solidFill>
                <a:srgbClr val="000000"/>
              </a:solidFill>
              <a:latin typeface="Arial"/>
            </a:endParaRPr>
          </a:p>
        </p:txBody>
      </p:sp>
      <p:sp>
        <p:nvSpPr>
          <p:cNvPr id="272"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origins as research database system</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box - rectangular box</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line - set of points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point - geometric pair of numbers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lseg - line segment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polygon - closed geometric line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cidr or inet - IP version 4 address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macaddr - MAC (Ethernet physical) address</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504A6CED-A3BA-4E37-B3FA-227DD93D11E5}" type="slidenum">
              <a:t>101</a:t>
            </a:fld>
          </a:p>
        </p:txBody>
      </p:sp>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274"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PostgreSQL allows to create own types for use in database, using SQL CREATE TYPE command</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8A0AE71D-0FA5-459C-92F6-31D4D7E77F8B}" type="slidenum">
              <a:t>102</a:t>
            </a:fld>
          </a:p>
        </p:txBody>
      </p:sp>
    </p:spTree>
  </p:cSld>
  <mc:AlternateContent>
    <mc:Choice Requires="p14">
      <p:transition spd="slow" p14:dur="2000"/>
    </mc:Choice>
    <mc:Fallback>
      <p:transition spd="slow"/>
    </mc:Fallback>
  </mc:AlternateContent>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000" spc="-1" strike="noStrike">
                <a:solidFill>
                  <a:schemeClr val="dk1"/>
                </a:solidFill>
                <a:latin typeface="Calibri Light"/>
              </a:rPr>
              <a:t>PostgreSQL Style</a:t>
            </a:r>
            <a:r>
              <a:rPr b="0" lang="en-US" sz="4400" spc="-1" strike="noStrike">
                <a:solidFill>
                  <a:schemeClr val="dk1"/>
                </a:solidFill>
                <a:latin typeface="Calibri Light"/>
              </a:rPr>
              <a:t> Arrays</a:t>
            </a:r>
            <a:endParaRPr b="0" lang="en-US" sz="4400" spc="-1" strike="noStrike">
              <a:solidFill>
                <a:srgbClr val="000000"/>
              </a:solidFill>
              <a:latin typeface="Arial"/>
            </a:endParaRPr>
          </a:p>
        </p:txBody>
      </p:sp>
      <p:sp>
        <p:nvSpPr>
          <p:cNvPr id="276"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700" spc="-1" strike="noStrike">
                <a:solidFill>
                  <a:schemeClr val="dk1"/>
                </a:solidFill>
                <a:latin typeface="Calibri"/>
              </a:rPr>
              <a:t>to declare column in table as array, simply add [] after type; there is no need to declare number of elements; if declare size, PostgreSQL accepts definition, but doesn’t enforce number of elements</a:t>
            </a:r>
            <a:endParaRPr b="0" lang="en-US" sz="27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700" spc="-1" strike="noStrike">
                <a:solidFill>
                  <a:schemeClr val="dk1"/>
                </a:solidFill>
                <a:latin typeface="Calibri"/>
              </a:rPr>
              <a:t>to insert values into array column, need to enclose comma-separated list of values in a pair of {} delimiters</a:t>
            </a:r>
            <a:endParaRPr b="0" lang="en-US" sz="27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700" spc="-1" strike="noStrike">
                <a:solidFill>
                  <a:schemeClr val="dk1"/>
                </a:solidFill>
                <a:latin typeface="Calibri"/>
              </a:rPr>
              <a:t>can select all values of array elements at once</a:t>
            </a:r>
            <a:endParaRPr b="0" lang="en-US" sz="27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700" spc="-1" strike="noStrike">
                <a:solidFill>
                  <a:schemeClr val="dk1"/>
                </a:solidFill>
                <a:latin typeface="Calibri"/>
              </a:rPr>
              <a:t>can select individual elements by giving array index</a:t>
            </a:r>
            <a:endParaRPr b="0" lang="en-US" sz="27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500" spc="-1" strike="noStrike">
                <a:solidFill>
                  <a:schemeClr val="dk1"/>
                </a:solidFill>
                <a:latin typeface="Calibri"/>
              </a:rPr>
              <a:t>notice that first array element is at offset 1</a:t>
            </a:r>
            <a:endParaRPr b="0" lang="en-US" sz="25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700" spc="-1" strike="noStrike">
                <a:solidFill>
                  <a:schemeClr val="dk1"/>
                </a:solidFill>
                <a:latin typeface="Calibri"/>
              </a:rPr>
              <a:t>try to select nonexistent array element, NULL will be returned</a:t>
            </a:r>
            <a:endParaRPr b="0" lang="en-US" sz="27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700" spc="-1" strike="noStrike">
                <a:solidFill>
                  <a:schemeClr val="dk1"/>
                </a:solidFill>
                <a:latin typeface="Calibri"/>
              </a:rPr>
              <a:t>allows multidimensional arrays</a:t>
            </a:r>
            <a:endParaRPr b="0" lang="en-US" sz="27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EDEE9446-E75C-4E17-B733-6AF7D359FEC6}" type="slidenum">
              <a:t>103</a:t>
            </a:fld>
          </a:p>
        </p:txBody>
      </p:sp>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Standard SQL Style Arrays</a:t>
            </a:r>
            <a:endParaRPr b="0" lang="en-US" sz="4400" spc="-1" strike="noStrike">
              <a:solidFill>
                <a:srgbClr val="000000"/>
              </a:solidFill>
              <a:latin typeface="Arial"/>
            </a:endParaRPr>
          </a:p>
        </p:txBody>
      </p:sp>
      <p:sp>
        <p:nvSpPr>
          <p:cNvPr id="278"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700" spc="-1" strike="noStrike">
                <a:solidFill>
                  <a:schemeClr val="dk1"/>
                </a:solidFill>
                <a:latin typeface="Calibri"/>
              </a:rPr>
              <a:t>number of elements must be declared [n]</a:t>
            </a:r>
            <a:endParaRPr b="0" lang="en-US" sz="27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700" spc="-1" strike="noStrike">
                <a:solidFill>
                  <a:schemeClr val="dk1"/>
                </a:solidFill>
                <a:latin typeface="Calibri"/>
              </a:rPr>
              <a:t>only declaration syntax is different</a:t>
            </a:r>
            <a:endParaRPr b="0" lang="en-US" sz="27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04E3AEBB-80D6-4812-A710-8A71ECE18C4B}" type="slidenum">
              <a:t>104</a:t>
            </a:fld>
          </a:p>
        </p:txBody>
      </p:sp>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Converting Between Data Types</a:t>
            </a:r>
            <a:endParaRPr b="0" lang="en-US" sz="4400" spc="-1" strike="noStrike">
              <a:solidFill>
                <a:srgbClr val="000000"/>
              </a:solidFill>
              <a:latin typeface="Arial"/>
            </a:endParaRPr>
          </a:p>
        </p:txBody>
      </p:sp>
      <p:sp>
        <p:nvSpPr>
          <p:cNvPr id="280"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cast(column-name AS type-definition-to-convert-to)</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alternative, more succinct, double-colon syntax can be used in postgreSQL: column-name::type-definition-to-convert-to</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23F28362-3CE4-4BF3-9500-771605DC6CA0}" type="slidenum">
              <a:t>105</a:t>
            </a:fld>
          </a:p>
        </p:txBody>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0" lang="en-US" sz="4000" spc="-1" strike="noStrike">
                <a:solidFill>
                  <a:schemeClr val="dk1"/>
                </a:solidFill>
                <a:latin typeface="Calibri Light"/>
              </a:rPr>
              <a:t>SELECT company_name, postal_code </a:t>
            </a:r>
            <a:br>
              <a:rPr sz="4000"/>
            </a:br>
            <a:r>
              <a:rPr b="0" lang="en-US" sz="4000" spc="-1" strike="noStrike">
                <a:solidFill>
                  <a:schemeClr val="dk1"/>
                </a:solidFill>
                <a:latin typeface="Calibri Light"/>
              </a:rPr>
              <a:t>FROM customers where country='USA'</a:t>
            </a:r>
            <a:endParaRPr b="0" lang="en-US" sz="4000" spc="-1" strike="noStrike">
              <a:solidFill>
                <a:srgbClr val="000000"/>
              </a:solidFill>
              <a:latin typeface="Arial"/>
            </a:endParaRPr>
          </a:p>
        </p:txBody>
      </p:sp>
      <p:pic>
        <p:nvPicPr>
          <p:cNvPr id="282" name="Content Placeholder 7" descr=""/>
          <p:cNvPicPr/>
          <p:nvPr/>
        </p:nvPicPr>
        <p:blipFill>
          <a:blip r:embed="rId1"/>
          <a:stretch/>
        </p:blipFill>
        <p:spPr>
          <a:xfrm>
            <a:off x="914400" y="1737360"/>
            <a:ext cx="10256760" cy="431244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970EE08F-97A2-44BB-A8A9-3E5FCAFE0301}" type="slidenum">
              <a:t>106</a:t>
            </a:fld>
          </a:p>
        </p:txBody>
      </p:sp>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rmAutofit fontScale="87222" lnSpcReduction="20000"/>
          </a:bodyPr>
          <a:p>
            <a:pPr indent="0" defTabSz="914400">
              <a:lnSpc>
                <a:spcPct val="90000"/>
              </a:lnSpc>
              <a:buNone/>
              <a:tabLst>
                <a:tab algn="l" pos="0"/>
              </a:tabLst>
            </a:pPr>
            <a:r>
              <a:rPr b="0" lang="en-US" sz="4000" spc="-1" strike="noStrike">
                <a:solidFill>
                  <a:schemeClr val="dk1"/>
                </a:solidFill>
                <a:latin typeface="Calibri Light"/>
              </a:rPr>
              <a:t>SELECT company_name, CAST(postal_code AS INT)</a:t>
            </a:r>
            <a:br>
              <a:rPr sz="4000"/>
            </a:br>
            <a:r>
              <a:rPr b="0" lang="en-US" sz="4000" spc="-1" strike="noStrike">
                <a:solidFill>
                  <a:schemeClr val="dk1"/>
                </a:solidFill>
                <a:latin typeface="Calibri Light"/>
              </a:rPr>
              <a:t>FROM customers where country='USA'</a:t>
            </a:r>
            <a:endParaRPr b="0" lang="en-US" sz="4000" spc="-1" strike="noStrike">
              <a:solidFill>
                <a:srgbClr val="000000"/>
              </a:solidFill>
              <a:latin typeface="Arial"/>
            </a:endParaRPr>
          </a:p>
        </p:txBody>
      </p:sp>
      <p:pic>
        <p:nvPicPr>
          <p:cNvPr id="284" name="Content Placeholder 6" descr=""/>
          <p:cNvPicPr/>
          <p:nvPr/>
        </p:nvPicPr>
        <p:blipFill>
          <a:blip r:embed="rId1"/>
          <a:stretch/>
        </p:blipFill>
        <p:spPr>
          <a:xfrm>
            <a:off x="914400" y="1737360"/>
            <a:ext cx="10256760" cy="432792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673B4CDB-0AC4-4798-95EF-78CBCD67670B}" type="slidenum">
              <a:t>107</a:t>
            </a:fld>
          </a:p>
        </p:txBody>
      </p:sp>
    </p:spTree>
  </p:cSld>
  <mc:AlternateContent>
    <mc:Choice Requires="p14">
      <p:transition spd="slow" p14:dur="2000"/>
    </mc:Choice>
    <mc:Fallback>
      <p:transition spd="slow"/>
    </mc:Fallback>
  </mc:AlternateContent>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SELECT company_name, postal_code::INT</a:t>
            </a:r>
            <a:br>
              <a:rPr sz="4400"/>
            </a:br>
            <a:r>
              <a:rPr b="0" lang="en-US" sz="4400" spc="-1" strike="noStrike">
                <a:solidFill>
                  <a:schemeClr val="dk1"/>
                </a:solidFill>
                <a:latin typeface="Calibri Light"/>
              </a:rPr>
              <a:t>FROM customers where country='USA'</a:t>
            </a:r>
            <a:endParaRPr b="0" lang="en-US" sz="4400" spc="-1" strike="noStrike">
              <a:solidFill>
                <a:srgbClr val="000000"/>
              </a:solidFill>
              <a:latin typeface="Arial"/>
            </a:endParaRPr>
          </a:p>
        </p:txBody>
      </p:sp>
      <p:sp>
        <p:nvSpPr>
          <p:cNvPr id="286"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professor faculty of medicine</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5EA6C89A-E2E5-449B-A2DB-76B66CF85BF4}" type="slidenum">
              <a:t>108</a:t>
            </a:fld>
          </a:p>
        </p:txBody>
      </p:sp>
    </p:spTree>
  </p:cSld>
  <mc:AlternateContent>
    <mc:Choice Requires="p14">
      <p:transition spd="slow" p14:dur="2000"/>
    </mc:Choice>
    <mc:Fallback>
      <p:transition spd="slow"/>
    </mc:Fallback>
  </mc:AlternateContent>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useful Data Manipulation Function</a:t>
            </a:r>
            <a:endParaRPr b="0" lang="en-US" sz="4400" spc="-1" strike="noStrike">
              <a:solidFill>
                <a:srgbClr val="000000"/>
              </a:solidFill>
              <a:latin typeface="Arial"/>
            </a:endParaRPr>
          </a:p>
        </p:txBody>
      </p:sp>
      <p:sp>
        <p:nvSpPr>
          <p:cNvPr id="288"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fontScale="93333"/>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length(column-name-expr) - returns length of string</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trim(column-name-expr) - removes leading and trailing spaces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strpos(column-name-expr, string) - returns position of </a:t>
            </a:r>
            <a:r>
              <a:rPr b="0" i="1" lang="en-US" sz="2800" spc="-1" strike="noStrike">
                <a:solidFill>
                  <a:schemeClr val="dk1"/>
                </a:solidFill>
                <a:latin typeface="Calibri"/>
              </a:rPr>
              <a:t>string</a:t>
            </a:r>
            <a:r>
              <a:rPr b="0" lang="en-US" sz="2800" spc="-1" strike="noStrike">
                <a:solidFill>
                  <a:schemeClr val="dk1"/>
                </a:solidFill>
                <a:latin typeface="Calibri"/>
              </a:rPr>
              <a:t> in expression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substr(column-name-expr, position, length) - returns </a:t>
            </a:r>
            <a:r>
              <a:rPr b="0" i="1" lang="en-US" sz="2800" spc="-1" strike="noStrike">
                <a:solidFill>
                  <a:schemeClr val="dk1"/>
                </a:solidFill>
                <a:latin typeface="Calibri"/>
              </a:rPr>
              <a:t>length</a:t>
            </a:r>
            <a:r>
              <a:rPr b="0" lang="en-US" sz="2800" spc="-1" strike="noStrike">
                <a:solidFill>
                  <a:schemeClr val="dk1"/>
                </a:solidFill>
                <a:latin typeface="Calibri"/>
              </a:rPr>
              <a:t> characters from string, starting search from given character </a:t>
            </a:r>
            <a:r>
              <a:rPr b="0" i="1" lang="en-US" sz="2800" spc="-1" strike="noStrike">
                <a:solidFill>
                  <a:schemeClr val="dk1"/>
                </a:solidFill>
                <a:latin typeface="Calibri"/>
              </a:rPr>
              <a:t>position</a:t>
            </a:r>
            <a:r>
              <a:rPr b="0" lang="en-US" sz="2800" spc="-1" strike="noStrike">
                <a:solidFill>
                  <a:schemeClr val="dk1"/>
                </a:solidFill>
                <a:latin typeface="Calibri"/>
              </a:rPr>
              <a:t>; first character is counted as position 1</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round(column-name-expr, length) - rounds number to given number of decimal places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abs(number) - gets the absolute value of number</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20DCEA80-F142-4DF3-B513-829B0CC13AEA}" type="slidenum">
              <a:t>109</a:t>
            </a:fld>
          </a:p>
        </p:txBody>
      </p:sp>
    </p:spTree>
  </p:cSld>
  <mc:AlternateContent>
    <mc:Choice Requires="p14">
      <p:transition spd="slow" p14:dur="2000"/>
    </mc:Choice>
    <mc:Fallback>
      <p:transition spd="slow"/>
    </mc:Fallback>
  </mc:AlternateContent>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some useful “magic” PreDefined Variables</a:t>
            </a:r>
            <a:endParaRPr b="0" lang="en-US" sz="4400" spc="-1" strike="noStrike">
              <a:solidFill>
                <a:srgbClr val="000000"/>
              </a:solidFill>
              <a:latin typeface="Arial"/>
            </a:endParaRPr>
          </a:p>
        </p:txBody>
      </p:sp>
      <p:sp>
        <p:nvSpPr>
          <p:cNvPr id="290"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CURRENT_DATE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CURRENT_TIME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CURRENT_TIMESTAMP</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CURRENT_USER</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7E24ADCF-39D6-43EE-AD5B-FCAF8F30C1FB}" type="slidenum">
              <a:t>110</a:t>
            </a:fld>
          </a:p>
        </p:txBody>
      </p:sp>
    </p:spTree>
  </p:cSld>
  <mc:AlternateContent>
    <mc:Choice Requires="p14">
      <p:transition spd="slow" p14:dur="2000"/>
    </mc:Choice>
    <mc:Fallback>
      <p:transition spd="slow"/>
    </mc:Fallback>
  </mc:AlternateContent>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CREATE TABLE</a:t>
            </a:r>
            <a:endParaRPr b="0" lang="en-US" sz="4400" spc="-1" strike="noStrike">
              <a:solidFill>
                <a:srgbClr val="000000"/>
              </a:solidFill>
              <a:latin typeface="Arial"/>
            </a:endParaRPr>
          </a:p>
        </p:txBody>
      </p:sp>
      <p:sp>
        <p:nvSpPr>
          <p:cNvPr id="292"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CREATE [TEMPORARY] TABLE table-name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 column-name type [ column-constraint ] [,...]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 CONSTRAINT table-constraint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 [ INHERITS (existing-table-name)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307E8807-2C51-4DC2-8303-D09665F4C645}" type="slidenum">
              <a:t>111</a:t>
            </a:fld>
          </a:p>
        </p:txBody>
      </p:sp>
    </p:spTree>
  </p:cSld>
  <mc:AlternateContent>
    <mc:Choice Requires="p14">
      <p:transition spd="slow" p14:dur="2000"/>
    </mc:Choice>
    <mc:Fallback>
      <p:transition spd="slow"/>
    </mc:Fallback>
  </mc:AlternateContent>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column-constraint </a:t>
            </a:r>
            <a:endParaRPr b="0" lang="en-US" sz="4400" spc="-1" strike="noStrike">
              <a:solidFill>
                <a:srgbClr val="000000"/>
              </a:solidFill>
              <a:latin typeface="Arial"/>
            </a:endParaRPr>
          </a:p>
        </p:txBody>
      </p:sp>
      <p:sp>
        <p:nvSpPr>
          <p:cNvPr id="294"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700" spc="-1" strike="noStrike">
                <a:solidFill>
                  <a:schemeClr val="dk1"/>
                </a:solidFill>
                <a:latin typeface="Calibri"/>
              </a:rPr>
              <a:t>NOT NULL - column cannot have NULL value stored in it</a:t>
            </a:r>
            <a:endParaRPr b="0" lang="en-US" sz="27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700" spc="-1" strike="noStrike">
                <a:solidFill>
                  <a:schemeClr val="dk1"/>
                </a:solidFill>
                <a:latin typeface="Calibri"/>
              </a:rPr>
              <a:t>UNIQUE - value stored in column must be different for each row in database</a:t>
            </a:r>
            <a:endParaRPr b="0" lang="en-US" sz="27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700" spc="-1" strike="noStrike">
                <a:solidFill>
                  <a:schemeClr val="dk1"/>
                </a:solidFill>
                <a:latin typeface="Calibri"/>
              </a:rPr>
              <a:t>PRIMARY KEY - effectively, combination of NOT NULL and UNIQUE; each table have only single column marked PK</a:t>
            </a:r>
            <a:endParaRPr b="0" lang="en-US" sz="27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500" spc="-1" strike="noStrike">
                <a:solidFill>
                  <a:schemeClr val="dk1"/>
                </a:solidFill>
                <a:latin typeface="Calibri"/>
              </a:rPr>
              <a:t>if need to create composite primary key must use table- level constraint, rather than column-level constraint</a:t>
            </a:r>
            <a:endParaRPr b="0" lang="en-US" sz="25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700" spc="-1" strike="noStrike">
                <a:solidFill>
                  <a:schemeClr val="dk1"/>
                </a:solidFill>
                <a:latin typeface="Calibri"/>
              </a:rPr>
              <a:t>DEFAULT </a:t>
            </a:r>
            <a:r>
              <a:rPr b="0" i="1" lang="en-US" sz="2700" spc="-1" strike="noStrike">
                <a:solidFill>
                  <a:schemeClr val="dk1"/>
                </a:solidFill>
                <a:latin typeface="Calibri"/>
              </a:rPr>
              <a:t>default-value - </a:t>
            </a:r>
            <a:r>
              <a:rPr b="0" lang="en-US" sz="2700" spc="-1" strike="noStrike">
                <a:solidFill>
                  <a:schemeClr val="dk1"/>
                </a:solidFill>
                <a:latin typeface="Calibri"/>
              </a:rPr>
              <a:t>provide default value when inserting data</a:t>
            </a:r>
            <a:endParaRPr b="0" lang="en-US" sz="27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700" spc="-1" strike="noStrike">
                <a:solidFill>
                  <a:schemeClr val="dk1"/>
                </a:solidFill>
                <a:latin typeface="Calibri"/>
              </a:rPr>
              <a:t>CHECK (</a:t>
            </a:r>
            <a:r>
              <a:rPr b="0" i="1" lang="en-US" sz="2700" spc="-1" strike="noStrike">
                <a:solidFill>
                  <a:schemeClr val="dk1"/>
                </a:solidFill>
                <a:latin typeface="Calibri"/>
              </a:rPr>
              <a:t>condition</a:t>
            </a:r>
            <a:r>
              <a:rPr b="0" lang="en-US" sz="2700" spc="-1" strike="noStrike">
                <a:solidFill>
                  <a:schemeClr val="dk1"/>
                </a:solidFill>
                <a:latin typeface="Calibri"/>
              </a:rPr>
              <a:t>) - check condition when inserting or updating data</a:t>
            </a:r>
            <a:endParaRPr b="0" lang="en-US" sz="27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700" spc="-1" strike="noStrike">
                <a:solidFill>
                  <a:schemeClr val="dk1"/>
                </a:solidFill>
                <a:latin typeface="Calibri"/>
              </a:rPr>
              <a:t>REFERENCES - constrains value to be one that appears in column in a separate table</a:t>
            </a:r>
            <a:endParaRPr b="0" lang="en-US" sz="27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7504AFEE-F9FA-4BBD-8618-77A906C62474}" type="slidenum">
              <a:t>112</a:t>
            </a:fld>
          </a:p>
        </p:txBody>
      </p:sp>
    </p:spTree>
  </p:cSld>
  <mc:AlternateContent>
    <mc:Choice Requires="p14">
      <p:transition spd="slow" p14:dur="2000"/>
    </mc:Choice>
    <mc:Fallback>
      <p:transition spd="slow"/>
    </mc:Fallback>
  </mc:AlternateContent>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CREATE TABLE example</a:t>
            </a:r>
            <a:endParaRPr b="0" lang="en-US" sz="4400" spc="-1" strike="noStrike">
              <a:solidFill>
                <a:srgbClr val="000000"/>
              </a:solidFill>
              <a:latin typeface="Arial"/>
            </a:endParaRPr>
          </a:p>
        </p:txBody>
      </p:sp>
      <p:sp>
        <p:nvSpPr>
          <p:cNvPr id="296"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33b3"/>
              </a:buClr>
              <a:buFont typeface="Arial"/>
              <a:buChar char="•"/>
            </a:pPr>
            <a:r>
              <a:rPr b="0" lang="en-US" sz="2800" spc="-1" strike="noStrike">
                <a:solidFill>
                  <a:srgbClr val="0033b3"/>
                </a:solidFill>
                <a:latin typeface="JetBrains Mono"/>
              </a:rPr>
              <a:t>CREATE TABLE </a:t>
            </a:r>
            <a:r>
              <a:rPr b="0" lang="en-US" sz="2800" spc="-1" strike="noStrike">
                <a:solidFill>
                  <a:srgbClr val="000000"/>
                </a:solidFill>
                <a:latin typeface="JetBrains Mono"/>
              </a:rPr>
              <a:t>categories2 </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871094"/>
                </a:solidFill>
                <a:latin typeface="JetBrains Mono"/>
              </a:rPr>
              <a:t>category_id </a:t>
            </a:r>
            <a:r>
              <a:rPr b="0" lang="en-US" sz="2800" spc="-1" strike="noStrike">
                <a:solidFill>
                  <a:srgbClr val="0033b3"/>
                </a:solidFill>
                <a:latin typeface="JetBrains Mono"/>
              </a:rPr>
              <a:t>INTEGER PRIMARY KEY</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871094"/>
                </a:solidFill>
                <a:latin typeface="JetBrains Mono"/>
              </a:rPr>
              <a:t>category_name </a:t>
            </a:r>
            <a:r>
              <a:rPr b="0" lang="en-US" sz="2800" spc="-1" strike="noStrike">
                <a:solidFill>
                  <a:srgbClr val="0033b3"/>
                </a:solidFill>
                <a:latin typeface="JetBrains Mono"/>
              </a:rPr>
              <a:t>VARCHAR</a:t>
            </a:r>
            <a:r>
              <a:rPr b="0" lang="en-US" sz="2800" spc="-1" strike="noStrike">
                <a:solidFill>
                  <a:srgbClr val="080808"/>
                </a:solidFill>
                <a:latin typeface="JetBrains Mono"/>
              </a:rPr>
              <a:t>(</a:t>
            </a:r>
            <a:r>
              <a:rPr b="0" lang="en-US" sz="2800" spc="-1" strike="noStrike">
                <a:solidFill>
                  <a:srgbClr val="1750eb"/>
                </a:solidFill>
                <a:latin typeface="JetBrains Mono"/>
              </a:rPr>
              <a:t>50</a:t>
            </a:r>
            <a:r>
              <a:rPr b="0" lang="en-US" sz="2800" spc="-1" strike="noStrike">
                <a:solidFill>
                  <a:srgbClr val="080808"/>
                </a:solidFill>
                <a:latin typeface="JetBrains Mono"/>
              </a:rPr>
              <a:t>) </a:t>
            </a:r>
            <a:r>
              <a:rPr b="0" lang="en-US" sz="2800" spc="-1" strike="noStrike">
                <a:solidFill>
                  <a:srgbClr val="0033b3"/>
                </a:solidFill>
                <a:latin typeface="JetBrains Mono"/>
              </a:rPr>
              <a:t>UNIQUE NOT NULL</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871094"/>
                </a:solidFill>
                <a:latin typeface="JetBrains Mono"/>
              </a:rPr>
              <a:t>description </a:t>
            </a:r>
            <a:r>
              <a:rPr b="0" lang="en-US" sz="2800" spc="-1" strike="noStrike">
                <a:solidFill>
                  <a:srgbClr val="0033b3"/>
                </a:solidFill>
                <a:latin typeface="JetBrains Mono"/>
              </a:rPr>
              <a:t>TEXT</a:t>
            </a:r>
            <a:r>
              <a:rPr b="0" lang="en-US" sz="2800" spc="-1" strike="noStrike">
                <a:solidFill>
                  <a:srgbClr val="080808"/>
                </a:solidFill>
                <a:latin typeface="JetBrains Mono"/>
              </a:rPr>
              <a:t>,</a:t>
            </a:r>
            <a:br>
              <a:rPr sz="2800"/>
            </a:br>
            <a:r>
              <a:rPr b="0" lang="en-US" sz="2800" spc="-1" strike="noStrike">
                <a:solidFill>
                  <a:srgbClr val="080808"/>
                </a:solidFill>
                <a:latin typeface="JetBrains Mono"/>
              </a:rPr>
              <a:t>    </a:t>
            </a:r>
            <a:r>
              <a:rPr b="0" lang="en-US" sz="2800" spc="-1" strike="noStrike">
                <a:solidFill>
                  <a:srgbClr val="871094"/>
                </a:solidFill>
                <a:latin typeface="JetBrains Mono"/>
              </a:rPr>
              <a:t>picture </a:t>
            </a:r>
            <a:r>
              <a:rPr b="0" lang="en-US" sz="2800" spc="-1" strike="noStrike">
                <a:solidFill>
                  <a:srgbClr val="0033b3"/>
                </a:solidFill>
                <a:latin typeface="JetBrains Mono"/>
              </a:rPr>
              <a:t>BYTEA</a:t>
            </a:r>
            <a:br>
              <a:rPr sz="2800"/>
            </a:br>
            <a:r>
              <a:rPr b="0" lang="en-US" sz="2800" spc="-1" strike="noStrike">
                <a:solidFill>
                  <a:srgbClr val="080808"/>
                </a:solidFill>
                <a:latin typeface="JetBrains Mono"/>
              </a:rPr>
              <a: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33b3"/>
              </a:buClr>
              <a:buFont typeface="Arial"/>
              <a:buChar char="•"/>
              <a:tabLst>
                <a:tab algn="l" pos="0"/>
              </a:tabLst>
            </a:pPr>
            <a:r>
              <a:rPr b="0" lang="en-US" sz="2800" spc="-1" strike="noStrike">
                <a:solidFill>
                  <a:srgbClr val="0033b3"/>
                </a:solidFill>
                <a:latin typeface="JetBrains Mono"/>
              </a:rPr>
              <a:t>INSERT INTO </a:t>
            </a:r>
            <a:r>
              <a:rPr b="0" lang="en-US" sz="2800" spc="-1" strike="noStrike">
                <a:solidFill>
                  <a:srgbClr val="000000"/>
                </a:solidFill>
                <a:latin typeface="JetBrains Mono"/>
              </a:rPr>
              <a:t>categories2</a:t>
            </a:r>
            <a:endParaRPr b="0" lang="en-US" sz="2800" spc="-1" strike="noStrike">
              <a:solidFill>
                <a:srgbClr val="000000"/>
              </a:solidFill>
              <a:latin typeface="Arial"/>
            </a:endParaRPr>
          </a:p>
          <a:p>
            <a:pPr marL="228600" indent="-228600" defTabSz="914400">
              <a:lnSpc>
                <a:spcPct val="90000"/>
              </a:lnSpc>
              <a:spcBef>
                <a:spcPts val="1001"/>
              </a:spcBef>
              <a:buClr>
                <a:srgbClr val="0033b3"/>
              </a:buClr>
              <a:buFont typeface="Arial"/>
              <a:buChar char="•"/>
              <a:tabLst>
                <a:tab algn="l" pos="0"/>
              </a:tabLst>
            </a:pPr>
            <a:r>
              <a:rPr b="0" lang="en-US" sz="2800" spc="-1" strike="noStrike">
                <a:solidFill>
                  <a:srgbClr val="0033b3"/>
                </a:solidFill>
                <a:latin typeface="JetBrains Mono"/>
              </a:rPr>
              <a:t>SELECT </a:t>
            </a:r>
            <a:r>
              <a:rPr b="0" i="1" lang="en-US" sz="2800" spc="-1" strike="noStrike">
                <a:solidFill>
                  <a:srgbClr val="080808"/>
                </a:solidFill>
                <a:latin typeface="JetBrains Mono"/>
              </a:rPr>
              <a:t>* </a:t>
            </a:r>
            <a:r>
              <a:rPr b="0" lang="en-US" sz="2800" spc="-1" strike="noStrike">
                <a:solidFill>
                  <a:srgbClr val="0033b3"/>
                </a:solidFill>
                <a:latin typeface="JetBrains Mono"/>
              </a:rPr>
              <a:t>FROM </a:t>
            </a:r>
            <a:r>
              <a:rPr b="0" lang="en-US" sz="2800" spc="-1" strike="noStrike">
                <a:solidFill>
                  <a:srgbClr val="000000"/>
                </a:solidFill>
                <a:latin typeface="JetBrains Mono"/>
              </a:rPr>
              <a:t>categories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A5888320-AEAF-4A3E-9642-7CB89EE2C171}" type="slidenum">
              <a:t>113</a:t>
            </a:fld>
          </a:p>
        </p:txBody>
      </p:sp>
    </p:spTree>
  </p:cSld>
  <mc:AlternateContent>
    <mc:Choice Requires="p14">
      <p:transition spd="slow" p14:dur="2000"/>
    </mc:Choice>
    <mc:Fallback>
      <p:transition spd="slow"/>
    </mc:Fallback>
  </mc:AlternateContent>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Table Constraints</a:t>
            </a:r>
            <a:endParaRPr b="0" lang="en-US" sz="4400" spc="-1" strike="noStrike">
              <a:solidFill>
                <a:srgbClr val="000000"/>
              </a:solidFill>
              <a:latin typeface="Arial"/>
            </a:endParaRPr>
          </a:p>
        </p:txBody>
      </p:sp>
      <p:sp>
        <p:nvSpPr>
          <p:cNvPr id="298"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fontScale="96666"/>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UNIQUE(</a:t>
            </a:r>
            <a:r>
              <a:rPr b="0" i="1" lang="en-US" sz="2800" spc="-1" strike="noStrike">
                <a:solidFill>
                  <a:schemeClr val="dk1"/>
                </a:solidFill>
                <a:latin typeface="Calibri"/>
              </a:rPr>
              <a:t>column-list</a:t>
            </a:r>
            <a:r>
              <a:rPr b="0" lang="en-US" sz="2800" spc="-1" strike="noStrike">
                <a:solidFill>
                  <a:schemeClr val="dk1"/>
                </a:solidFill>
                <a:latin typeface="Calibri"/>
              </a:rPr>
              <a:t>) - value stored in columns listed must be different from that stored in all other rows of this column-list of table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PRIMARY KEY(</a:t>
            </a:r>
            <a:r>
              <a:rPr b="0" i="1" lang="en-US" sz="2800" spc="-1" strike="noStrike">
                <a:solidFill>
                  <a:schemeClr val="dk1"/>
                </a:solidFill>
                <a:latin typeface="Calibri"/>
              </a:rPr>
              <a:t>column-list</a:t>
            </a:r>
            <a:r>
              <a:rPr b="0" lang="en-US" sz="2800" spc="-1" strike="noStrike">
                <a:solidFill>
                  <a:schemeClr val="dk1"/>
                </a:solidFill>
                <a:latin typeface="Calibri"/>
              </a:rPr>
              <a:t>) - effectively combination of NOT NULL and UNIQUE; each table may have only a single PRIMARY KEY constraint, either as table constraint or as column constraint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can refer to more than one column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listed after all columns in CREATE TABLE</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898178CD-871E-490F-BF22-B10F27D70D68}" type="slidenum">
              <a:t>114</a:t>
            </a:fld>
          </a:p>
        </p:txBody>
      </p:sp>
    </p:spTree>
  </p:cSld>
  <mc:AlternateContent>
    <mc:Choice Requires="p14">
      <p:transition spd="slow" p14:dur="2000"/>
    </mc:Choice>
    <mc:Fallback>
      <p:transition spd="slow"/>
    </mc:Fallback>
  </mc:AlternateContent>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Row Constraint</a:t>
            </a:r>
            <a:endParaRPr b="0" lang="en-US" sz="4400" spc="-1" strike="noStrike">
              <a:solidFill>
                <a:srgbClr val="000000"/>
              </a:solidFill>
              <a:latin typeface="Arial"/>
            </a:endParaRPr>
          </a:p>
        </p:txBody>
      </p:sp>
      <p:sp>
        <p:nvSpPr>
          <p:cNvPr id="300"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TheSansMonoConSemiLight"/>
              </a:rPr>
              <a:t>CHECK (</a:t>
            </a:r>
            <a:r>
              <a:rPr b="0" i="1" lang="en-US" sz="2800" spc="-1" strike="noStrike">
                <a:solidFill>
                  <a:schemeClr val="dk1"/>
                </a:solidFill>
                <a:latin typeface="TheSansMonoConSemiLight-Italic"/>
              </a:rPr>
              <a:t>condition</a:t>
            </a:r>
            <a:r>
              <a:rPr b="0" lang="en-US" sz="2800" spc="-1" strike="noStrike">
                <a:solidFill>
                  <a:schemeClr val="dk1"/>
                </a:solidFill>
                <a:latin typeface="TheSansMonoConSemiLight"/>
              </a:rPr>
              <a:t>) </a:t>
            </a:r>
            <a:r>
              <a:rPr b="0" lang="en-US" sz="2800" spc="-1" strike="noStrike">
                <a:solidFill>
                  <a:schemeClr val="dk1"/>
                </a:solidFill>
                <a:latin typeface="Utopia-Regular"/>
              </a:rPr>
              <a:t>- allows to check condition when inserting or updating data</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A80C5B51-B727-4B53-8797-01043196C329}" type="slidenum">
              <a:t>115</a:t>
            </a:fld>
          </a:p>
        </p:txBody>
      </p:sp>
    </p:spTree>
  </p:cSld>
  <mc:AlternateContent>
    <mc:Choice Requires="p14">
      <p:transition spd="slow" p14:dur="2000"/>
    </mc:Choice>
    <mc:Fallback>
      <p:transition spd="slow"/>
    </mc:Fallback>
  </mc:AlternateContent>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Multi Table Constraint</a:t>
            </a:r>
            <a:endParaRPr b="0" lang="en-US" sz="4400" spc="-1" strike="noStrike">
              <a:solidFill>
                <a:srgbClr val="000000"/>
              </a:solidFill>
              <a:latin typeface="Arial"/>
            </a:endParaRPr>
          </a:p>
        </p:txBody>
      </p:sp>
      <p:sp>
        <p:nvSpPr>
          <p:cNvPr id="302"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TheSansMonoConSemiLight"/>
              </a:rPr>
              <a:t>REFERENCES - c</a:t>
            </a:r>
            <a:r>
              <a:rPr b="0" lang="en-US" sz="2800" spc="-1" strike="noStrike">
                <a:solidFill>
                  <a:schemeClr val="dk1"/>
                </a:solidFill>
                <a:latin typeface="Utopia-Regular"/>
              </a:rPr>
              <a:t>onstrains value to be one that appears in column in separate table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CE964AD9-F88F-4866-A41F-2DCF876FCBB3}" type="slidenum">
              <a:t>116</a:t>
            </a:fld>
          </a:p>
        </p:txBody>
      </p:sp>
    </p:spTree>
  </p:cSld>
  <mc:AlternateContent>
    <mc:Choice Requires="p14">
      <p:transition spd="slow" p14:dur="2000"/>
    </mc:Choice>
    <mc:Fallback>
      <p:transition spd="slow"/>
    </mc:Fallback>
  </mc:AlternateContent>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ALTER TABLE structure</a:t>
            </a:r>
            <a:endParaRPr b="0" lang="en-US" sz="4400" spc="-1" strike="noStrike">
              <a:solidFill>
                <a:srgbClr val="000000"/>
              </a:solidFill>
              <a:latin typeface="Arial"/>
            </a:endParaRPr>
          </a:p>
        </p:txBody>
      </p:sp>
      <p:sp>
        <p:nvSpPr>
          <p:cNvPr id="304"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create new working table with identical structure to existing table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use INSERT INTO to populate working table with data identical to original table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drop (delete) existing table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re-create table with same name, but with changes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use INSERT INTO again to populate altered table from working table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delete working table</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52D66EA8-644F-426E-A137-0AA8E308C2F6}" type="slidenum">
              <a:t>117</a:t>
            </a:fld>
          </a:p>
        </p:txBody>
      </p:sp>
    </p:spTree>
  </p:cSld>
  <mc:AlternateContent>
    <mc:Choice Requires="p14">
      <p:transition spd="slow" p14:dur="2000"/>
    </mc:Choice>
    <mc:Fallback>
      <p:transition spd="slow"/>
    </mc:Fallback>
  </mc:AlternateContent>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DROP TABLE</a:t>
            </a:r>
            <a:endParaRPr b="0" lang="en-US" sz="4400" spc="-1" strike="noStrike">
              <a:solidFill>
                <a:srgbClr val="000000"/>
              </a:solidFill>
              <a:latin typeface="Arial"/>
            </a:endParaRPr>
          </a:p>
        </p:txBody>
      </p:sp>
      <p:sp>
        <p:nvSpPr>
          <p:cNvPr id="306"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B364B9A5-5281-48E7-B02B-12472ADA8158}" type="slidenum">
              <a:t>118</a:t>
            </a:fld>
          </a:p>
        </p:txBody>
      </p:sp>
    </p:spTree>
  </p:cSld>
  <mc:AlternateContent>
    <mc:Choice Requires="p14">
      <p:transition spd="slow" p14:dur="2000"/>
    </mc:Choice>
    <mc:Fallback>
      <p:transition spd="slow"/>
    </mc:Fallback>
  </mc:AlternateContent>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pic>
        <p:nvPicPr>
          <p:cNvPr id="308" name="Content Placeholder 6" descr=""/>
          <p:cNvPicPr/>
          <p:nvPr/>
        </p:nvPicPr>
        <p:blipFill>
          <a:blip r:embed="rId1"/>
          <a:stretch/>
        </p:blipFill>
        <p:spPr>
          <a:xfrm>
            <a:off x="914400" y="457200"/>
            <a:ext cx="8328240" cy="589392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EA1520A7-F807-4624-A5C2-7697AE6D4A1D}" type="slidenum">
              <a:t>119</a:t>
            </a:fld>
          </a:p>
        </p:txBody>
      </p:sp>
    </p:spTree>
  </p:cSld>
  <mc:AlternateContent>
    <mc:Choice Requires="p14">
      <p:transition spd="slow" p14:dur="2000"/>
    </mc:Choice>
    <mc:Fallback>
      <p:transition spd="slow"/>
    </mc:Fallback>
  </mc:AlternateContent>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pic>
        <p:nvPicPr>
          <p:cNvPr id="310" name="Content Placeholder 6" descr=""/>
          <p:cNvPicPr/>
          <p:nvPr/>
        </p:nvPicPr>
        <p:blipFill>
          <a:blip r:embed="rId1"/>
          <a:stretch/>
        </p:blipFill>
        <p:spPr>
          <a:xfrm>
            <a:off x="914400" y="457200"/>
            <a:ext cx="6869880" cy="361728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4F746F94-A903-42DC-9133-881079E45F02}" type="slidenum">
              <a:t>120</a:t>
            </a:fld>
          </a:p>
        </p:txBody>
      </p:sp>
    </p:spTree>
  </p:cSld>
  <mc:AlternateContent>
    <mc:Choice Requires="p14">
      <p:transition spd="slow" p14:dur="2000"/>
    </mc:Choice>
    <mc:Fallback>
      <p:transition spd="slow"/>
    </mc:Fallback>
  </mc:AlternateContent>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pic>
        <p:nvPicPr>
          <p:cNvPr id="312" name="Picture 7" descr=""/>
          <p:cNvPicPr/>
          <p:nvPr/>
        </p:nvPicPr>
        <p:blipFill>
          <a:blip r:embed="rId1"/>
          <a:stretch/>
        </p:blipFill>
        <p:spPr>
          <a:xfrm>
            <a:off x="914400" y="457200"/>
            <a:ext cx="6860520" cy="3373560"/>
          </a:xfrm>
          <a:prstGeom prst="rect">
            <a:avLst/>
          </a:prstGeom>
          <a:ln w="0">
            <a:noFill/>
          </a:ln>
        </p:spPr>
      </p:pic>
      <p:sp>
        <p:nvSpPr>
          <p:cNvPr id="313"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pic>
        <p:nvPicPr>
          <p:cNvPr id="314" name="Content Placeholder 6" descr=""/>
          <p:cNvPicPr/>
          <p:nvPr/>
        </p:nvPicPr>
        <p:blipFill>
          <a:blip r:embed="rId2"/>
          <a:stretch/>
        </p:blipFill>
        <p:spPr>
          <a:xfrm>
            <a:off x="4754880" y="2926080"/>
            <a:ext cx="6879240" cy="3308040"/>
          </a:xfrm>
          <a:prstGeom prst="rect">
            <a:avLst/>
          </a:prstGeom>
          <a:ln w="0">
            <a:noFill/>
          </a:ln>
        </p:spPr>
      </p:pic>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2792BDE2-7055-4914-BF62-91AE80DF4C9B}" type="slidenum">
              <a:t>121</a:t>
            </a:fld>
          </a:p>
        </p:txBody>
      </p:sp>
    </p:spTree>
  </p:cSld>
  <mc:AlternateContent>
    <mc:Choice Requires="p14">
      <p:transition spd="slow" p14:dur="2000"/>
    </mc:Choice>
    <mc:Fallback>
      <p:transition spd="slow"/>
    </mc:Fallback>
  </mc:AlternateContent>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pic>
        <p:nvPicPr>
          <p:cNvPr id="316" name="Content Placeholder 6" descr=""/>
          <p:cNvPicPr/>
          <p:nvPr/>
        </p:nvPicPr>
        <p:blipFill>
          <a:blip r:embed="rId1"/>
          <a:stretch/>
        </p:blipFill>
        <p:spPr>
          <a:xfrm>
            <a:off x="914400" y="914400"/>
            <a:ext cx="10138680" cy="398880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26CE3DDD-A2A7-465E-931F-CCAFD9D9C4F5}" type="slidenum">
              <a:t>122</a:t>
            </a:fld>
          </a:p>
        </p:txBody>
      </p:sp>
    </p:spTree>
  </p:cSld>
  <mc:AlternateContent>
    <mc:Choice Requires="p14">
      <p:transition spd="slow" p14:dur="2000"/>
    </mc:Choice>
    <mc:Fallback>
      <p:transition spd="slow"/>
    </mc:Fallback>
  </mc:AlternateContent>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pic>
        <p:nvPicPr>
          <p:cNvPr id="318" name="Content Placeholder 6" descr=""/>
          <p:cNvPicPr/>
          <p:nvPr/>
        </p:nvPicPr>
        <p:blipFill>
          <a:blip r:embed="rId1"/>
          <a:stretch/>
        </p:blipFill>
        <p:spPr>
          <a:xfrm>
            <a:off x="1463040" y="274320"/>
            <a:ext cx="5569920" cy="6088320"/>
          </a:xfrm>
          <a:prstGeom prst="rect">
            <a:avLst/>
          </a:prstGeom>
          <a:ln w="0">
            <a:noFill/>
          </a:ln>
        </p:spPr>
      </p:pic>
      <p:sp>
        <p:nvSpPr>
          <p:cNvPr id="3" name="PlaceHolder 2"/>
          <p:cNvSpPr>
            <a:spLocks noGrp="1"/>
          </p:cNvSpPr>
          <p:nvPr>
            <p:ph type="ftr" idx="13"/>
          </p:nvPr>
        </p:nvSpPr>
        <p:spPr/>
        <p:txBody>
          <a:bodyPr/>
          <a:p>
            <a:r>
              <a:t>DataBase with PostgreSQL</a:t>
            </a:r>
          </a:p>
        </p:txBody>
      </p:sp>
      <p:sp>
        <p:nvSpPr>
          <p:cNvPr id="4" name="PlaceHolder 3"/>
          <p:cNvSpPr>
            <a:spLocks noGrp="1"/>
          </p:cNvSpPr>
          <p:nvPr>
            <p:ph type="sldNum" idx="14"/>
          </p:nvPr>
        </p:nvSpPr>
        <p:spPr/>
        <p:txBody>
          <a:bodyPr/>
          <a:p>
            <a:fld id="{0B0416DC-5B9D-45F2-8207-AB4DC9E66D9A}" type="slidenum">
              <a:t>123</a:t>
            </a:fld>
          </a:p>
        </p:txBody>
      </p:sp>
    </p:spTree>
  </p:cSld>
  <mc:AlternateContent>
    <mc:Choice Requires="p14">
      <p:transition spd="slow" p14:dur="2000"/>
    </mc:Choice>
    <mc:Fallback>
      <p:transition spd="slow"/>
    </mc:Fallback>
  </mc:AlternateContent>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Foreign Key as</a:t>
            </a:r>
            <a:br>
              <a:rPr sz="4400"/>
            </a:br>
            <a:r>
              <a:rPr b="0" lang="en-US" sz="4400" spc="-1" strike="noStrike">
                <a:solidFill>
                  <a:schemeClr val="dk1"/>
                </a:solidFill>
                <a:latin typeface="Calibri Light"/>
              </a:rPr>
              <a:t>Column Constraint / Table Constraint</a:t>
            </a:r>
            <a:endParaRPr b="0" lang="en-US" sz="4400" spc="-1" strike="noStrike">
              <a:solidFill>
                <a:srgbClr val="000000"/>
              </a:solidFill>
              <a:latin typeface="Arial"/>
            </a:endParaRPr>
          </a:p>
        </p:txBody>
      </p:sp>
      <p:sp>
        <p:nvSpPr>
          <p:cNvPr id="320"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[CONSTRAINT arbitrary-name] existing-column-name type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REFERENCES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foreign-table-name(column-in-foreign-table)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16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16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CONSTRAINT [arbitrary-name] FOREIGN KEY (column-list)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REFERENCES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foreign-table-name(column-list-in-foreign-table)</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7E2350F6-6F91-4034-9015-D2FB6FE2777D}" type="slidenum">
              <a:t>124</a:t>
            </a:fld>
          </a:p>
        </p:txBody>
      </p:sp>
    </p:spTree>
  </p:cSld>
  <mc:AlternateContent>
    <mc:Choice Requires="p14">
      <p:transition spd="slow" p14:dur="2000"/>
    </mc:Choice>
    <mc:Fallback>
      <p:transition spd="slow"/>
    </mc:Fallback>
  </mc:AlternateContent>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ON UPDATE and ON DELETE</a:t>
            </a:r>
            <a:endParaRPr b="0" lang="en-US" sz="4400" spc="-1" strike="noStrike">
              <a:solidFill>
                <a:srgbClr val="000000"/>
              </a:solidFill>
              <a:latin typeface="Arial"/>
            </a:endParaRPr>
          </a:p>
        </p:txBody>
      </p:sp>
      <p:sp>
        <p:nvSpPr>
          <p:cNvPr id="322"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specify rules in Foreign Key constraint about how to handle violation in two circumstances: UPDATE and DELETE operations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could CASCADE change from table with primary key</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could SET NULL to make column NULL, since it no longer references primary table</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E2F0E07B-19E1-4B2C-B9E7-55050E693525}" type="slidenum">
              <a:t>125</a:t>
            </a:fld>
          </a:p>
        </p:txBody>
      </p:sp>
    </p:spTree>
  </p:cSld>
  <mc:AlternateContent>
    <mc:Choice Requires="p14">
      <p:transition spd="slow" p14:dur="2000"/>
    </mc:Choice>
    <mc:Fallback>
      <p:transition spd="slow"/>
    </mc:Fallback>
  </mc:AlternateContent>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324" name="PlaceHolder 2"/>
          <p:cNvSpPr>
            <a:spLocks noGrp="1"/>
          </p:cNvSpPr>
          <p:nvPr>
            <p:ph/>
          </p:nvPr>
        </p:nvSpPr>
        <p:spPr>
          <a:xfrm>
            <a:off x="838080" y="1825560"/>
            <a:ext cx="10514880" cy="4350600"/>
          </a:xfrm>
          <a:prstGeom prst="rect">
            <a:avLst/>
          </a:prstGeom>
          <a:noFill/>
          <a:ln w="0">
            <a:noFill/>
          </a:ln>
        </p:spPr>
        <p:txBody>
          <a:bodyPr lIns="91440" rIns="91440" tIns="45720" bIns="45720" anchor="t">
            <a:normAutofit fontScale="96666"/>
          </a:bodyPr>
          <a:p>
            <a:pPr marL="228600" indent="-228600" defTabSz="914400">
              <a:lnSpc>
                <a:spcPct val="90000"/>
              </a:lnSpc>
              <a:spcBef>
                <a:spcPts val="1001"/>
              </a:spcBef>
              <a:buClr>
                <a:srgbClr val="0033b3"/>
              </a:buClr>
              <a:buFont typeface="Arial"/>
              <a:buChar char="•"/>
            </a:pPr>
            <a:r>
              <a:rPr b="0" lang="en-US" sz="2800" spc="-1" strike="noStrike">
                <a:solidFill>
                  <a:srgbClr val="0033b3"/>
                </a:solidFill>
                <a:latin typeface="JetBrains Mono"/>
              </a:rPr>
              <a:t>ALTER TABLE </a:t>
            </a:r>
            <a:r>
              <a:rPr b="0" lang="en-US" sz="2800" spc="-1" strike="noStrike">
                <a:solidFill>
                  <a:srgbClr val="000000"/>
                </a:solidFill>
                <a:latin typeface="JetBrains Mono"/>
              </a:rPr>
              <a:t>orders</a:t>
            </a:r>
            <a:br>
              <a:rPr sz="2800"/>
            </a:br>
            <a:r>
              <a:rPr b="0" lang="en-US" sz="2800" spc="-1" strike="noStrike">
                <a:solidFill>
                  <a:srgbClr val="000000"/>
                </a:solidFill>
                <a:latin typeface="JetBrains Mono"/>
              </a:rPr>
              <a:t>	</a:t>
            </a:r>
            <a:r>
              <a:rPr b="0" lang="en-US" sz="2800" spc="-1" strike="noStrike">
                <a:solidFill>
                  <a:srgbClr val="0033b3"/>
                </a:solidFill>
                <a:latin typeface="JetBrains Mono"/>
              </a:rPr>
              <a:t>ADD CONSTRAINT </a:t>
            </a:r>
            <a:r>
              <a:rPr b="0" lang="en-US" sz="2800" spc="-1" strike="noStrike">
                <a:solidFill>
                  <a:srgbClr val="080808"/>
                </a:solidFill>
                <a:latin typeface="JetBrains Mono"/>
              </a:rPr>
              <a:t>fk_orders_customers</a:t>
            </a:r>
            <a:br>
              <a:rPr sz="2800"/>
            </a:br>
            <a:r>
              <a:rPr b="0" lang="en-US" sz="2800" spc="-1" strike="noStrike">
                <a:solidFill>
                  <a:srgbClr val="080808"/>
                </a:solidFill>
                <a:latin typeface="JetBrains Mono"/>
              </a:rPr>
              <a:t>	</a:t>
            </a:r>
            <a:r>
              <a:rPr b="0" lang="en-US" sz="2800" spc="-1" strike="noStrike">
                <a:solidFill>
                  <a:srgbClr val="080808"/>
                </a:solidFill>
                <a:latin typeface="JetBrains Mono"/>
              </a:rPr>
              <a:t>	</a:t>
            </a:r>
            <a:r>
              <a:rPr b="0" lang="en-US" sz="2800" spc="-1" strike="noStrike">
                <a:solidFill>
                  <a:srgbClr val="0033b3"/>
                </a:solidFill>
                <a:latin typeface="JetBrains Mono"/>
              </a:rPr>
              <a:t>Foreign Key </a:t>
            </a:r>
            <a:r>
              <a:rPr b="0" lang="en-US" sz="2800" spc="-1" strike="noStrike">
                <a:solidFill>
                  <a:srgbClr val="080808"/>
                </a:solidFill>
                <a:latin typeface="JetBrains Mono"/>
              </a:rPr>
              <a:t>(</a:t>
            </a:r>
            <a:r>
              <a:rPr b="0" lang="en-US" sz="2800" spc="-1" strike="noStrike">
                <a:solidFill>
                  <a:srgbClr val="871094"/>
                </a:solidFill>
                <a:latin typeface="JetBrains Mono"/>
              </a:rPr>
              <a:t>customer_id</a:t>
            </a:r>
            <a:r>
              <a:rPr b="0" lang="en-US" sz="2800" spc="-1" strike="noStrike">
                <a:solidFill>
                  <a:srgbClr val="080808"/>
                </a:solidFill>
                <a:latin typeface="JetBrains Mono"/>
              </a:rPr>
              <a:t>) </a:t>
            </a:r>
            <a:r>
              <a:rPr b="0" lang="en-US" sz="2800" spc="-1" strike="noStrike">
                <a:solidFill>
                  <a:srgbClr val="0033b3"/>
                </a:solidFill>
                <a:latin typeface="JetBrains Mono"/>
              </a:rPr>
              <a:t>REFERENCES </a:t>
            </a:r>
            <a:r>
              <a:rPr b="0" lang="en-US" sz="2800" spc="-1" strike="noStrike">
                <a:solidFill>
                  <a:srgbClr val="000000"/>
                </a:solidFill>
                <a:latin typeface="JetBrains Mono"/>
              </a:rPr>
              <a:t>customers</a:t>
            </a:r>
            <a:br>
              <a:rPr sz="2800"/>
            </a:br>
            <a:r>
              <a:rPr b="0" lang="en-US" sz="2800" spc="-1" strike="noStrike">
                <a:solidFill>
                  <a:srgbClr val="000000"/>
                </a:solidFill>
                <a:latin typeface="JetBrains Mono"/>
              </a:rPr>
              <a:t>	</a:t>
            </a:r>
            <a:r>
              <a:rPr b="0" lang="en-US" sz="2800" spc="-1" strike="noStrike">
                <a:solidFill>
                  <a:srgbClr val="000000"/>
                </a:solidFill>
                <a:latin typeface="JetBrains Mono"/>
              </a:rPr>
              <a:t>	</a:t>
            </a:r>
            <a:r>
              <a:rPr b="0" lang="en-US" sz="2800" spc="-1" strike="noStrike">
                <a:solidFill>
                  <a:srgbClr val="000000"/>
                </a:solidFill>
                <a:latin typeface="JetBrains Mono"/>
              </a:rPr>
              <a:t>	</a:t>
            </a:r>
            <a:r>
              <a:rPr b="0" lang="en-US" sz="2800" spc="-1" strike="noStrike">
                <a:solidFill>
                  <a:srgbClr val="0033b3"/>
                </a:solidFill>
                <a:latin typeface="JetBrains Mono"/>
              </a:rPr>
              <a:t>ON UPDATE CASCADE</a:t>
            </a:r>
            <a:r>
              <a:rPr b="0" lang="en-US" sz="2800" spc="-1" strike="noStrike">
                <a:solidFill>
                  <a:srgbClr val="080808"/>
                </a:solidFill>
                <a:latin typeface="JetBrains Mono"/>
              </a:rPr>
              <a:t>;</a:t>
            </a:r>
            <a:endParaRPr b="0" lang="en-US" sz="2800" spc="-1" strike="noStrike">
              <a:solidFill>
                <a:srgbClr val="000000"/>
              </a:solidFill>
              <a:latin typeface="Arial"/>
            </a:endParaRPr>
          </a:p>
          <a:p>
            <a:pPr marL="228600" indent="-228600" defTabSz="914400">
              <a:lnSpc>
                <a:spcPct val="90000"/>
              </a:lnSpc>
              <a:spcBef>
                <a:spcPts val="1001"/>
              </a:spcBef>
              <a:buClr>
                <a:srgbClr val="080808"/>
              </a:buClr>
              <a:buFont typeface="Arial"/>
              <a:buChar char="•"/>
            </a:pPr>
            <a:r>
              <a:rPr b="0" lang="en-US" sz="2800" spc="-1" strike="noStrike">
                <a:solidFill>
                  <a:srgbClr val="080808"/>
                </a:solidFill>
                <a:latin typeface="JetBrains Mono"/>
              </a:rPr>
              <a:t>example tells PostgreSQL that if we delete row in customers with customer_id that is being used in orders table, it should automatically delete related rows in orders</a:t>
            </a:r>
            <a:endParaRPr b="0" lang="en-US" sz="2800" spc="-1" strike="noStrike">
              <a:solidFill>
                <a:srgbClr val="000000"/>
              </a:solidFill>
              <a:latin typeface="Arial"/>
            </a:endParaRPr>
          </a:p>
          <a:p>
            <a:pPr marL="228600" indent="-228600" defTabSz="914400">
              <a:lnSpc>
                <a:spcPct val="90000"/>
              </a:lnSpc>
              <a:spcBef>
                <a:spcPts val="1001"/>
              </a:spcBef>
              <a:buClr>
                <a:srgbClr val="080808"/>
              </a:buClr>
              <a:buFont typeface="Arial"/>
              <a:buChar char="•"/>
            </a:pPr>
            <a:r>
              <a:rPr b="0" lang="en-US" sz="2700" spc="-1" strike="noStrike">
                <a:solidFill>
                  <a:srgbClr val="080808"/>
                </a:solidFill>
                <a:latin typeface="JetBrains Mono"/>
              </a:rPr>
              <a:t>might be what we intended, but it is normally dangerous choice; usually much better to ensure applications delete rows in correct order, make sure there are no orders for customer before deleting customer entry</a:t>
            </a:r>
            <a:endParaRPr b="0" lang="en-US" sz="27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84C7CE39-2946-4C87-BC23-C71490E79BCE}" type="slidenum">
              <a:t>126</a:t>
            </a:fld>
          </a:p>
        </p:txBody>
      </p:sp>
    </p:spTree>
  </p:cSld>
  <mc:AlternateContent>
    <mc:Choice Requires="p14">
      <p:transition spd="slow" p14:dur="2000"/>
    </mc:Choice>
    <mc:Fallback>
      <p:transition spd="slow"/>
    </mc:Fallback>
  </mc:AlternateContent>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326"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usually applicable for Weak entities …</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B778C160-7C9B-4FDE-87C7-29FB562B1CFA}" type="slidenum">
              <a:t>127</a:t>
            </a:fld>
          </a:p>
        </p:txBody>
      </p:sp>
    </p:spTree>
  </p:cSld>
  <mc:AlternateContent>
    <mc:Choice Requires="p14">
      <p:transition spd="slow" p14:dur="2000"/>
    </mc:Choice>
    <mc:Fallback>
      <p:transition spd="slow"/>
    </mc:Fallback>
  </mc:AlternateContent>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chemeClr val="dk1"/>
                </a:solidFill>
                <a:latin typeface="Calibri Light"/>
              </a:rPr>
              <a:t>CREATE VIEW name-of-view </a:t>
            </a:r>
            <a:br>
              <a:rPr sz="4400"/>
            </a:br>
            <a:r>
              <a:rPr b="0" lang="en-US" sz="4400" spc="-1" strike="noStrike">
                <a:solidFill>
                  <a:schemeClr val="dk1"/>
                </a:solidFill>
                <a:latin typeface="Calibri Light"/>
              </a:rPr>
              <a:t>AS select-statement;</a:t>
            </a:r>
            <a:endParaRPr b="0" lang="en-US" sz="4400" spc="-1" strike="noStrike">
              <a:solidFill>
                <a:srgbClr val="000000"/>
              </a:solidFill>
              <a:latin typeface="Arial"/>
            </a:endParaRPr>
          </a:p>
        </p:txBody>
      </p:sp>
      <p:sp>
        <p:nvSpPr>
          <p:cNvPr id="328"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ADF30C5D-1501-476F-AB28-53E86F5EEA6F}" type="slidenum">
              <a:t>128</a:t>
            </a:fld>
          </a:p>
        </p:txBody>
      </p:sp>
    </p:spTree>
  </p:cSld>
  <mc:AlternateContent>
    <mc:Choice Requires="p14">
      <p:transition spd="slow" p14:dur="2000"/>
    </mc:Choice>
    <mc:Fallback>
      <p:transition spd="slow"/>
    </mc:Fallback>
  </mc:AlternateContent>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330"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4BCA8A8A-4CE1-4B8E-BF80-54B132A45EBC}" type="slidenum">
              <a:t>129</a:t>
            </a:fld>
          </a:p>
        </p:txBody>
      </p:sp>
    </p:spTree>
  </p:cSld>
  <mc:AlternateContent>
    <mc:Choice Requires="p14">
      <p:transition spd="slow" p14:dur="2000"/>
    </mc:Choice>
    <mc:Fallback>
      <p:transition spd="slow"/>
    </mc:Fallback>
  </mc:AlternateContent>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800" spc="-1" strike="noStrike">
                <a:solidFill>
                  <a:schemeClr val="dk1"/>
                </a:solidFill>
                <a:latin typeface="Calibri Light"/>
              </a:rPr>
              <a:t>Samples</a:t>
            </a:r>
            <a:endParaRPr b="0" lang="en-US" sz="4800" spc="-1" strike="noStrike">
              <a:solidFill>
                <a:srgbClr val="000000"/>
              </a:solidFill>
              <a:latin typeface="Arial"/>
            </a:endParaRPr>
          </a:p>
        </p:txBody>
      </p:sp>
      <p:sp>
        <p:nvSpPr>
          <p:cNvPr id="332" name="PlaceHolder 2"/>
          <p:cNvSpPr>
            <a:spLocks noGrp="1"/>
          </p:cNvSpPr>
          <p:nvPr>
            <p:ph type="subTitle"/>
          </p:nvPr>
        </p:nvSpPr>
        <p:spPr>
          <a:xfrm>
            <a:off x="838080" y="1828800"/>
            <a:ext cx="10514880" cy="4350600"/>
          </a:xfrm>
          <a:prstGeom prst="rect">
            <a:avLst/>
          </a:prstGeom>
          <a:noFill/>
          <a:ln w="0">
            <a:noFill/>
          </a:ln>
        </p:spPr>
        <p:txBody>
          <a:bodyPr lIns="0" rIns="0" tIns="0" bIns="0" anchor="ctr">
            <a:noAutofit/>
          </a:bodyPr>
          <a:p>
            <a:pPr indent="0" algn="just">
              <a:lnSpc>
                <a:spcPct val="100000"/>
              </a:lnSpc>
              <a:spcAft>
                <a:spcPts val="601"/>
              </a:spcAft>
              <a:buNone/>
              <a:tabLst>
                <a:tab algn="l" pos="0"/>
              </a:tabLst>
            </a:pPr>
            <a:r>
              <a:rPr b="0" lang="en-US" sz="3200" spc="-1" strike="noStrike">
                <a:solidFill>
                  <a:srgbClr val="000000"/>
                </a:solidFill>
                <a:latin typeface="Arial"/>
                <a:ea typeface="Noto Sans CJK SC"/>
              </a:rPr>
              <a:t>Many database systems provide sample databases with the product. A good intro to popular ones that include discussion of samples available could be found on </a:t>
            </a:r>
            <a:r>
              <a:rPr b="0" lang="en-US" sz="3200" spc="-1" strike="noStrike" u="sng">
                <a:solidFill>
                  <a:srgbClr val="0563c1"/>
                </a:solidFill>
                <a:uFillTx/>
                <a:latin typeface="Arial"/>
                <a:ea typeface="Noto Sans CJK SC"/>
                <a:hlinkClick r:id="rId1"/>
              </a:rPr>
              <a:t>Sample Databases - PostgreSQL wiki</a:t>
            </a:r>
            <a:r>
              <a:rPr b="0" lang="en-US" sz="3200" spc="-1" strike="noStrike">
                <a:solidFill>
                  <a:srgbClr val="000000"/>
                </a:solidFill>
                <a:latin typeface="Arial"/>
                <a:ea typeface="Noto Sans CJK SC"/>
              </a:rPr>
              <a:t> </a:t>
            </a:r>
            <a:r>
              <a:rPr b="0" lang="en-US" sz="3200" spc="-1" strike="noStrike" u="sng">
                <a:solidFill>
                  <a:srgbClr val="0563c1"/>
                </a:solidFill>
                <a:uFillTx/>
                <a:latin typeface="Arial"/>
                <a:ea typeface="Noto Sans CJK SC"/>
                <a:hlinkClick r:id="rId2"/>
              </a:rPr>
              <a:t>https://wiki.postgresql.org/wiki/Sample_Databases</a:t>
            </a:r>
            <a:r>
              <a:rPr b="0" lang="en-US" sz="3200" spc="-1" strike="noStrike">
                <a:solidFill>
                  <a:srgbClr val="000000"/>
                </a:solidFill>
                <a:latin typeface="Arial"/>
                <a:ea typeface="Noto Sans CJK SC"/>
              </a:rPr>
              <a:t> </a:t>
            </a: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DataBase with PostgreSQL</a:t>
            </a:r>
          </a:p>
        </p:txBody>
      </p:sp>
      <p:sp>
        <p:nvSpPr>
          <p:cNvPr id="5" name="PlaceHolder 4"/>
          <p:cNvSpPr>
            <a:spLocks noGrp="1"/>
          </p:cNvSpPr>
          <p:nvPr>
            <p:ph type="sldNum" idx="11"/>
          </p:nvPr>
        </p:nvSpPr>
        <p:spPr/>
        <p:txBody>
          <a:bodyPr/>
          <a:p>
            <a:fld id="{1720153B-88CF-474F-BEC8-460AFD43DF8D}" type="slidenum">
              <a:t>130</a:t>
            </a:fld>
          </a:p>
        </p:txBody>
      </p:sp>
    </p:spTree>
  </p:cSld>
  <mc:AlternateContent>
    <mc:Choice Requires="p14">
      <p:transition spd="slow" p14:dur="2000"/>
    </mc:Choice>
    <mc:Fallback>
      <p:transition spd="slow"/>
    </mc:Fallback>
  </mc:AlternateContent>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334"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algn="just">
              <a:lnSpc>
                <a:spcPct val="90000"/>
              </a:lnSpc>
              <a:spcAft>
                <a:spcPts val="601"/>
              </a:spcAft>
              <a:buNone/>
              <a:tabLst>
                <a:tab algn="l" pos="0"/>
              </a:tabLst>
            </a:pPr>
            <a:r>
              <a:rPr b="0" lang="en-US" sz="2800" spc="-1" strike="noStrike" u="sng">
                <a:solidFill>
                  <a:schemeClr val="dk1"/>
                </a:solidFill>
                <a:uFillTx/>
                <a:latin typeface="Calibri"/>
                <a:hlinkClick r:id="rId1"/>
              </a:rPr>
              <a:t>Wikiversity</a:t>
            </a:r>
            <a:r>
              <a:rPr b="0" lang="en-US" sz="2800" spc="-1" strike="noStrike">
                <a:solidFill>
                  <a:schemeClr val="dk1"/>
                </a:solidFill>
                <a:latin typeface="Calibri"/>
              </a:rPr>
              <a:t> </a:t>
            </a:r>
            <a:r>
              <a:rPr b="0" lang="en-US" sz="2800" spc="-1" strike="noStrike" u="sng">
                <a:solidFill>
                  <a:schemeClr val="dk1"/>
                </a:solidFill>
                <a:uFillTx/>
                <a:latin typeface="Calibri"/>
                <a:hlinkClick r:id="rId2"/>
              </a:rPr>
              <a:t>https://www.wikiversity.org/</a:t>
            </a:r>
            <a:r>
              <a:rPr b="0" lang="en-US" sz="2800" spc="-1" strike="noStrike">
                <a:solidFill>
                  <a:schemeClr val="dk1"/>
                </a:solidFill>
                <a:latin typeface="Calibri"/>
              </a:rPr>
              <a:t>  is a Wikimedia Foundation project that supports learning communities, their learning materials, and resulting activities. If search there for database examples the first result will be northwind </a:t>
            </a:r>
            <a:r>
              <a:rPr b="0" lang="en-US" sz="2800" spc="-1" strike="noStrike" u="sng">
                <a:solidFill>
                  <a:schemeClr val="dk1"/>
                </a:solidFill>
                <a:uFillTx/>
                <a:latin typeface="Calibri"/>
                <a:hlinkClick r:id="rId3"/>
              </a:rPr>
              <a:t>Database Examples/Northwind - Wikiversity</a:t>
            </a:r>
            <a:endParaRPr b="0" lang="en-US" sz="2800" spc="-1" strike="noStrike">
              <a:solidFill>
                <a:srgbClr val="000000"/>
              </a:solidFill>
              <a:latin typeface="Arial"/>
            </a:endParaRPr>
          </a:p>
          <a:p>
            <a:pPr indent="0" algn="just">
              <a:lnSpc>
                <a:spcPct val="90000"/>
              </a:lnSpc>
              <a:spcAft>
                <a:spcPts val="601"/>
              </a:spcAft>
              <a:buNone/>
              <a:tabLst>
                <a:tab algn="l" pos="0"/>
              </a:tabLst>
            </a:pPr>
            <a:r>
              <a:rPr b="0" lang="en-US" sz="2800" spc="-1" strike="noStrike" u="sng">
                <a:solidFill>
                  <a:schemeClr val="dk1"/>
                </a:solidFill>
                <a:uFillTx/>
                <a:latin typeface="Calibri"/>
                <a:hlinkClick r:id="rId4"/>
              </a:rPr>
              <a:t>https://en.wikiversity.org/wiki/Database_Examples/Northwind</a:t>
            </a:r>
            <a:r>
              <a:rPr b="0" lang="en-US" sz="2800" spc="-1" strike="noStrike">
                <a:solidFill>
                  <a:schemeClr val="dk1"/>
                </a:solidFill>
                <a:latin typeface="Calibri"/>
              </a:rPr>
              <a:t>.</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5C86F544-BE5C-43A6-AA60-2183AD268D0B}" type="slidenum">
              <a:t>131</a:t>
            </a:fld>
          </a:p>
        </p:txBody>
      </p:sp>
    </p:spTree>
  </p:cSld>
  <mc:AlternateContent>
    <mc:Choice Requires="p14">
      <p:transition spd="slow" p14:dur="2000"/>
    </mc:Choice>
    <mc:Fallback>
      <p:transition spd="slow"/>
    </mc:Fallback>
  </mc:AlternateContent>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endParaRPr b="0" lang="en-US" sz="1800" spc="-1" strike="noStrike">
              <a:solidFill>
                <a:srgbClr val="000000"/>
              </a:solidFill>
              <a:latin typeface="Arial"/>
            </a:endParaRPr>
          </a:p>
        </p:txBody>
      </p:sp>
      <p:sp>
        <p:nvSpPr>
          <p:cNvPr id="336"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algn="just">
              <a:lnSpc>
                <a:spcPct val="90000"/>
              </a:lnSpc>
              <a:spcAft>
                <a:spcPts val="601"/>
              </a:spcAft>
              <a:buNone/>
              <a:tabLst>
                <a:tab algn="l" pos="0"/>
              </a:tabLst>
            </a:pPr>
            <a:r>
              <a:rPr b="0" lang="en-US" sz="2800" spc="-1" strike="noStrike">
                <a:solidFill>
                  <a:schemeClr val="dk1"/>
                </a:solidFill>
                <a:latin typeface="Calibri"/>
                <a:ea typeface="Noto Sans CJK SC"/>
              </a:rPr>
              <a:t>Northwind database for Postgres could be found at</a:t>
            </a:r>
            <a:r>
              <a:rPr b="0" lang="en-US" sz="1100" spc="-1" strike="noStrike">
                <a:solidFill>
                  <a:schemeClr val="dk1"/>
                </a:solidFill>
                <a:latin typeface="Calibri"/>
                <a:ea typeface="Noto Sans CJK SC"/>
              </a:rPr>
              <a:t> </a:t>
            </a:r>
            <a:r>
              <a:rPr b="0" lang="en-US" sz="2800" spc="-1" strike="noStrike" u="sng">
                <a:solidFill>
                  <a:schemeClr val="dk1"/>
                </a:solidFill>
                <a:uFillTx/>
                <a:latin typeface="Calibri"/>
                <a:ea typeface="Noto Sans CJK SC"/>
                <a:hlinkClick r:id="rId1"/>
              </a:rPr>
              <a:t>https://github.com/pthom/northwind_psql</a:t>
            </a:r>
            <a:r>
              <a:rPr b="0" lang="en-US" sz="1100" spc="-1" strike="noStrike">
                <a:solidFill>
                  <a:schemeClr val="dk1"/>
                </a:solidFill>
                <a:latin typeface="Calibri"/>
                <a:ea typeface="Noto Sans CJK SC"/>
              </a:rPr>
              <a:t>.</a:t>
            </a:r>
            <a:endParaRPr b="0" lang="en-US" sz="11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EAFEC06C-CB0F-41F9-8C14-C3C27CC16103}" type="slidenum">
              <a:t>132</a:t>
            </a:fld>
          </a:p>
        </p:txBody>
      </p:sp>
    </p:spTree>
  </p:cSld>
  <mc:AlternateContent>
    <mc:Choice Requires="p14">
      <p:transition spd="slow" p14:dur="2000"/>
    </mc:Choice>
    <mc:Fallback>
      <p:transition spd="slow"/>
    </mc:Fallback>
  </mc:AlternateContent>
</p:sld>
</file>

<file path=ppt/slides/slide1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a:buNone/>
            </a:pPr>
            <a:r>
              <a:rPr b="0" lang="en-US" sz="4400" spc="-1" strike="noStrike">
                <a:solidFill>
                  <a:srgbClr val="000000"/>
                </a:solidFill>
                <a:latin typeface="Arial"/>
              </a:rPr>
              <a:t>Exercise (NorthWind)</a:t>
            </a:r>
            <a:endParaRPr b="0" lang="en-US" sz="4400" spc="-1" strike="noStrike">
              <a:solidFill>
                <a:srgbClr val="000000"/>
              </a:solidFill>
              <a:latin typeface="Arial"/>
            </a:endParaRPr>
          </a:p>
        </p:txBody>
      </p:sp>
      <p:sp>
        <p:nvSpPr>
          <p:cNvPr id="338"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algn="just">
              <a:spcAft>
                <a:spcPts val="601"/>
              </a:spcAft>
              <a:buNone/>
            </a:pPr>
            <a:r>
              <a:rPr b="0" lang="en-US" sz="2800" spc="-1" strike="noStrike">
                <a:solidFill>
                  <a:srgbClr val="000000"/>
                </a:solidFill>
                <a:latin typeface="Arial"/>
              </a:rPr>
              <a:t>Study at least one example sample database. Make some CRUD operations:</a:t>
            </a:r>
            <a:endParaRPr b="1" lang="en-US" sz="2800" spc="-1" strike="noStrike">
              <a:solidFill>
                <a:srgbClr val="000000"/>
              </a:solidFill>
              <a:latin typeface="Arial"/>
            </a:endParaRPr>
          </a:p>
          <a:p>
            <a:pPr marL="685800" indent="-228600" algn="just">
              <a:lnSpc>
                <a:spcPct val="115000"/>
              </a:lnSpc>
              <a:spcAft>
                <a:spcPts val="601"/>
              </a:spcAft>
              <a:buNone/>
            </a:pPr>
            <a:r>
              <a:rPr b="0" lang="en-US" sz="2800" spc="-1" strike="noStrike">
                <a:solidFill>
                  <a:srgbClr val="000000"/>
                </a:solidFill>
                <a:latin typeface="Times New Roman"/>
              </a:rPr>
              <a:t>At least ten INSERT.</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Times New Roman"/>
              </a:rPr>
              <a:t>At least twenty SELECT queries.</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Times New Roman"/>
              </a:rPr>
              <a:t>At least ten UPDATE.</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Times New Roman"/>
              </a:rPr>
              <a:t>At least nine DELETE.</a:t>
            </a:r>
            <a:endParaRPr b="0" lang="en-US" sz="2800" spc="-1" strike="noStrike">
              <a:solidFill>
                <a:srgbClr val="000000"/>
              </a:solidFill>
              <a:latin typeface="Times New Roman"/>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334758A4-7048-45C0-B838-26478235C5FD}" type="slidenum">
              <a:t>133</a:t>
            </a:fld>
          </a:p>
        </p:txBody>
      </p:sp>
    </p:spTree>
  </p:cSld>
  <mc:AlternateContent>
    <mc:Choice Requires="p14">
      <p:transition spd="slow" p14:dur="2000"/>
    </mc:Choice>
    <mc:Fallback>
      <p:transition spd="slow"/>
    </mc:Fallback>
  </mc:AlternateContent>
</p:sld>
</file>

<file path=ppt/slides/slide1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b="0" lang="en-US" sz="4400" spc="-1" strike="noStrike">
                <a:solidFill>
                  <a:srgbClr val="000000"/>
                </a:solidFill>
                <a:latin typeface="Calibri Light"/>
              </a:rPr>
              <a:t>Exercise (NorthWind)</a:t>
            </a:r>
            <a:endParaRPr b="0" lang="en-US" sz="4400" spc="-1" strike="noStrike">
              <a:solidFill>
                <a:srgbClr val="000000"/>
              </a:solidFill>
              <a:latin typeface="Arial"/>
            </a:endParaRPr>
          </a:p>
        </p:txBody>
      </p:sp>
      <p:sp>
        <p:nvSpPr>
          <p:cNvPr id="340"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indent="0" algn="just">
              <a:spcAft>
                <a:spcPts val="601"/>
              </a:spcAft>
              <a:buNone/>
            </a:pPr>
            <a:r>
              <a:rPr b="0" lang="en-US" sz="2800" spc="-1" strike="noStrike">
                <a:solidFill>
                  <a:srgbClr val="000000"/>
                </a:solidFill>
                <a:latin typeface="Arial"/>
                <a:ea typeface="Noto Sans CJK SC"/>
              </a:rPr>
              <a:t>Add a new table </a:t>
            </a:r>
            <a:r>
              <a:rPr b="0" i="1" lang="en-US" sz="2800" spc="-1" strike="noStrike">
                <a:solidFill>
                  <a:srgbClr val="000000"/>
                </a:solidFill>
                <a:latin typeface="Arial"/>
                <a:ea typeface="Noto Sans CJK SC"/>
              </a:rPr>
              <a:t>countries</a:t>
            </a:r>
            <a:r>
              <a:rPr b="0" lang="en-US" sz="2800" spc="-1" strike="noStrike">
                <a:solidFill>
                  <a:srgbClr val="000000"/>
                </a:solidFill>
                <a:latin typeface="Arial"/>
                <a:ea typeface="Noto Sans CJK SC"/>
              </a:rPr>
              <a:t> to the </a:t>
            </a:r>
            <a:r>
              <a:rPr b="0" i="1" lang="en-US" sz="2800" spc="-1" strike="noStrike">
                <a:solidFill>
                  <a:srgbClr val="000000"/>
                </a:solidFill>
                <a:latin typeface="Arial"/>
                <a:ea typeface="Noto Sans CJK SC"/>
              </a:rPr>
              <a:t>northwind</a:t>
            </a:r>
            <a:r>
              <a:rPr b="0" lang="en-US" sz="2800" spc="-1" strike="noStrike">
                <a:solidFill>
                  <a:srgbClr val="000000"/>
                </a:solidFill>
                <a:latin typeface="Arial"/>
                <a:ea typeface="Noto Sans CJK SC"/>
              </a:rPr>
              <a:t> sample database and prepare to latter change the </a:t>
            </a:r>
            <a:r>
              <a:rPr b="0" i="1" lang="en-US" sz="2800" spc="-1" strike="noStrike">
                <a:solidFill>
                  <a:srgbClr val="000000"/>
                </a:solidFill>
                <a:latin typeface="Arial"/>
                <a:ea typeface="Noto Sans CJK SC"/>
              </a:rPr>
              <a:t>country</a:t>
            </a:r>
            <a:r>
              <a:rPr b="0" lang="en-US" sz="2800" spc="-1" strike="noStrike">
                <a:solidFill>
                  <a:srgbClr val="000000"/>
                </a:solidFill>
                <a:latin typeface="Arial"/>
                <a:ea typeface="Noto Sans CJK SC"/>
              </a:rPr>
              <a:t> field from </a:t>
            </a:r>
            <a:r>
              <a:rPr b="0" i="1" lang="en-US" sz="2800" spc="-1" strike="noStrike">
                <a:solidFill>
                  <a:srgbClr val="000000"/>
                </a:solidFill>
                <a:latin typeface="Arial"/>
                <a:ea typeface="Noto Sans CJK SC"/>
              </a:rPr>
              <a:t>customers</a:t>
            </a:r>
            <a:r>
              <a:rPr b="0" lang="en-US" sz="2800" spc="-1" strike="noStrike">
                <a:solidFill>
                  <a:srgbClr val="000000"/>
                </a:solidFill>
                <a:latin typeface="Arial"/>
                <a:ea typeface="Noto Sans CJK SC"/>
              </a:rPr>
              <a:t> into a foreign key reference.</a:t>
            </a:r>
            <a:endParaRPr b="0" lang="en-US" sz="2800" spc="-1" strike="noStrike">
              <a:solidFill>
                <a:srgbClr val="000000"/>
              </a:solidFill>
              <a:latin typeface="Arial"/>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9F91EC4C-D3DD-4CCD-9AC6-C158CBF21A8F}" type="slidenum">
              <a:t>134</a:t>
            </a:fld>
          </a:p>
        </p:txBody>
      </p:sp>
    </p:spTree>
  </p:cSld>
  <mc:AlternateContent>
    <mc:Choice Requires="p14">
      <p:transition spd="slow" p14:dur="2000"/>
    </mc:Choice>
    <mc:Fallback>
      <p:transition spd="slow"/>
    </mc:Fallback>
  </mc:AlternateContent>
</p:sld>
</file>

<file path=ppt/slides/slide1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b="0" lang="en-US" sz="4400" spc="-1" strike="noStrike">
                <a:solidFill>
                  <a:srgbClr val="000000"/>
                </a:solidFill>
                <a:latin typeface="Calibri Light"/>
              </a:rPr>
              <a:t>Exercise (NorthWind)</a:t>
            </a:r>
            <a:endParaRPr b="0" lang="en-US" sz="4400" spc="-1" strike="noStrike">
              <a:solidFill>
                <a:srgbClr val="000000"/>
              </a:solidFill>
              <a:latin typeface="Arial"/>
            </a:endParaRPr>
          </a:p>
        </p:txBody>
      </p:sp>
      <p:sp>
        <p:nvSpPr>
          <p:cNvPr id="342"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685800" indent="-228600" algn="just">
              <a:lnSpc>
                <a:spcPct val="115000"/>
              </a:lnSpc>
              <a:spcAft>
                <a:spcPts val="601"/>
              </a:spcAft>
              <a:buNone/>
            </a:pPr>
            <a:r>
              <a:rPr b="0" lang="en-US" sz="2800" spc="-1" strike="noStrike">
                <a:solidFill>
                  <a:srgbClr val="000000"/>
                </a:solidFill>
                <a:latin typeface="Arial"/>
                <a:ea typeface="Noto Sans CJK SC"/>
              </a:rPr>
              <a:t>Get all Customers alphabetically, by Country and name</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Get all Orders by date</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Get the count of all Orders made during 1997</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Get the names of all the contact persons where the person is a manager, alphabetically</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Get all orders placed on the 19th of May, 1997</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Create a report for all the orders of 1996 and their Customers (152 rows)</a:t>
            </a:r>
            <a:endParaRPr b="0" lang="en-US" sz="2800" spc="-1" strike="noStrike">
              <a:solidFill>
                <a:srgbClr val="000000"/>
              </a:solidFill>
              <a:latin typeface="Times New Roman"/>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573B5B33-E657-45B4-8403-CEAB0A18FFDF}" type="slidenum">
              <a:t>135</a:t>
            </a:fld>
          </a:p>
        </p:txBody>
      </p:sp>
    </p:spTree>
  </p:cSld>
  <mc:AlternateContent>
    <mc:Choice Requires="p14">
      <p:transition spd="slow" p14:dur="2000"/>
    </mc:Choice>
    <mc:Fallback>
      <p:transition spd="slow"/>
    </mc:Fallback>
  </mc:AlternateContent>
</p:sld>
</file>

<file path=ppt/slides/slide1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b="0" lang="en-US" sz="4400" spc="-1" strike="noStrike">
                <a:solidFill>
                  <a:srgbClr val="000000"/>
                </a:solidFill>
                <a:latin typeface="Calibri Light"/>
              </a:rPr>
              <a:t>Exercise (NorthWind)</a:t>
            </a:r>
            <a:endParaRPr b="0" lang="en-US" sz="4400" spc="-1" strike="noStrike">
              <a:solidFill>
                <a:srgbClr val="000000"/>
              </a:solidFill>
              <a:latin typeface="Arial"/>
            </a:endParaRPr>
          </a:p>
        </p:txBody>
      </p:sp>
      <p:sp>
        <p:nvSpPr>
          <p:cNvPr id="344"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685800" indent="-228600" algn="just">
              <a:lnSpc>
                <a:spcPct val="115000"/>
              </a:lnSpc>
              <a:spcAft>
                <a:spcPts val="601"/>
              </a:spcAft>
              <a:buNone/>
            </a:pPr>
            <a:r>
              <a:rPr b="0" lang="en-US" sz="2800" spc="-1" strike="noStrike">
                <a:solidFill>
                  <a:srgbClr val="000000"/>
                </a:solidFill>
                <a:latin typeface="Arial"/>
                <a:ea typeface="Noto Sans CJK SC"/>
              </a:rPr>
              <a:t>Shows the number of employees and customers from each city that has employees in it (5 rows)</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Shows the number of employees and customers from each city that has customers in it (69 rows)</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Shows the number of employees and customers from each city (71 rows)</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Create a report that shows the order ids and the associated employee names for orders that shipped after the required date (37 rows)</a:t>
            </a:r>
            <a:endParaRPr b="0" lang="en-US" sz="2800" spc="-1" strike="noStrike">
              <a:solidFill>
                <a:srgbClr val="000000"/>
              </a:solidFill>
              <a:latin typeface="Times New Roman"/>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11586834-CA92-4D11-8AA8-843DFC1C38A0}" type="slidenum">
              <a:t>136</a:t>
            </a:fld>
          </a:p>
        </p:txBody>
      </p:sp>
    </p:spTree>
  </p:cSld>
  <mc:AlternateContent>
    <mc:Choice Requires="p14">
      <p:transition spd="slow" p14:dur="2000"/>
    </mc:Choice>
    <mc:Fallback>
      <p:transition spd="slow"/>
    </mc:Fallback>
  </mc:AlternateContent>
</p:sld>
</file>

<file path=ppt/slides/slide1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b="0" lang="en-US" sz="4400" spc="-1" strike="noStrike">
                <a:solidFill>
                  <a:srgbClr val="000000"/>
                </a:solidFill>
                <a:latin typeface="Calibri Light"/>
              </a:rPr>
              <a:t>Exercise (NorthWind)</a:t>
            </a:r>
            <a:endParaRPr b="0" lang="en-US" sz="4400" spc="-1" strike="noStrike">
              <a:solidFill>
                <a:srgbClr val="000000"/>
              </a:solidFill>
              <a:latin typeface="Arial"/>
            </a:endParaRPr>
          </a:p>
        </p:txBody>
      </p:sp>
      <p:sp>
        <p:nvSpPr>
          <p:cNvPr id="346"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685800" indent="-228600" algn="just">
              <a:lnSpc>
                <a:spcPct val="115000"/>
              </a:lnSpc>
              <a:spcAft>
                <a:spcPts val="601"/>
              </a:spcAft>
              <a:buNone/>
            </a:pPr>
            <a:r>
              <a:rPr b="0" lang="en-US" sz="2800" spc="-1" strike="noStrike">
                <a:solidFill>
                  <a:srgbClr val="000000"/>
                </a:solidFill>
                <a:latin typeface="Arial"/>
                <a:ea typeface="Noto Sans CJK SC"/>
              </a:rPr>
              <a:t>Create a report that shows the total quantity of products (from the Order_Details table) ordered. Only show records for products for which the quantity ordered is fewer than 200 (5 rows)</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Create a report that shows the total number of orders by Customer since December 31, 1996. The report should only return rows for which the total number of orders is greater than 15 (5 rows)</a:t>
            </a:r>
            <a:endParaRPr b="0" lang="en-US" sz="2800" spc="-1" strike="noStrike">
              <a:solidFill>
                <a:srgbClr val="000000"/>
              </a:solidFill>
              <a:latin typeface="Times New Roman"/>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57D70D15-7BE4-4F80-9980-8389AE88E136}" type="slidenum">
              <a:t>137</a:t>
            </a:fld>
          </a:p>
        </p:txBody>
      </p:sp>
    </p:spTree>
  </p:cSld>
  <mc:AlternateContent>
    <mc:Choice Requires="p14">
      <p:transition spd="slow" p14:dur="2000"/>
    </mc:Choice>
    <mc:Fallback>
      <p:transition spd="slow"/>
    </mc:Fallback>
  </mc:AlternateContent>
</p:sld>
</file>

<file path=ppt/slides/slide1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b="0" lang="en-US" sz="4400" spc="-1" strike="noStrike">
                <a:solidFill>
                  <a:srgbClr val="000000"/>
                </a:solidFill>
                <a:latin typeface="Calibri Light"/>
              </a:rPr>
              <a:t>Exercise (NorthWind)</a:t>
            </a:r>
            <a:endParaRPr b="0" lang="en-US" sz="4400" spc="-1" strike="noStrike">
              <a:solidFill>
                <a:srgbClr val="000000"/>
              </a:solidFill>
              <a:latin typeface="Arial"/>
            </a:endParaRPr>
          </a:p>
        </p:txBody>
      </p:sp>
      <p:sp>
        <p:nvSpPr>
          <p:cNvPr id="348"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685800" indent="-228600" algn="just">
              <a:lnSpc>
                <a:spcPct val="115000"/>
              </a:lnSpc>
              <a:spcAft>
                <a:spcPts val="601"/>
              </a:spcAft>
              <a:buNone/>
            </a:pPr>
            <a:r>
              <a:rPr b="0" lang="en-US" sz="2800" spc="-1" strike="noStrike">
                <a:solidFill>
                  <a:srgbClr val="000000"/>
                </a:solidFill>
                <a:latin typeface="Arial"/>
                <a:ea typeface="Noto Sans CJK SC"/>
              </a:rPr>
              <a:t>Insert yourself into the Employees table</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Insert an order and details for yourself in the Orders table and in the Order_Details table</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Update the phone of yourself (from the previous entry in Employees table) (1 row)</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Double the quantity of the order details records you inserted before </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Delete some records you inserted before. </a:t>
            </a:r>
            <a:endParaRPr b="0" lang="en-US" sz="2800" spc="-1" strike="noStrike">
              <a:solidFill>
                <a:srgbClr val="000000"/>
              </a:solidFill>
              <a:latin typeface="Times New Roman"/>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18379769-20BF-4C27-8DB6-F3A3D531123F}" type="slidenum">
              <a:t>138</a:t>
            </a:fld>
          </a:p>
        </p:txBody>
      </p:sp>
    </p:spTree>
  </p:cSld>
  <mc:AlternateContent>
    <mc:Choice Requires="p14">
      <p:transition spd="slow" p14:dur="2000"/>
    </mc:Choice>
    <mc:Fallback>
      <p:transition spd="slow"/>
    </mc:Fallback>
  </mc:AlternateContent>
</p:sld>
</file>

<file path=ppt/slides/slide1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b="0" lang="en-US" sz="4400" spc="-1" strike="noStrike">
                <a:solidFill>
                  <a:srgbClr val="000000"/>
                </a:solidFill>
                <a:latin typeface="Calibri Light"/>
              </a:rPr>
              <a:t>Exercise (NorthWind)</a:t>
            </a:r>
            <a:endParaRPr b="0" lang="en-US" sz="4400" spc="-1" strike="noStrike">
              <a:solidFill>
                <a:srgbClr val="000000"/>
              </a:solidFill>
              <a:latin typeface="Arial"/>
            </a:endParaRPr>
          </a:p>
        </p:txBody>
      </p:sp>
      <p:sp>
        <p:nvSpPr>
          <p:cNvPr id="350" name="PlaceHolder 2"/>
          <p:cNvSpPr>
            <a:spLocks noGrp="1"/>
          </p:cNvSpPr>
          <p:nvPr>
            <p:ph/>
          </p:nvPr>
        </p:nvSpPr>
        <p:spPr>
          <a:xfrm>
            <a:off x="838080" y="1825560"/>
            <a:ext cx="10514880" cy="4350600"/>
          </a:xfrm>
          <a:prstGeom prst="rect">
            <a:avLst/>
          </a:prstGeom>
          <a:noFill/>
          <a:ln w="0">
            <a:noFill/>
          </a:ln>
        </p:spPr>
        <p:txBody>
          <a:bodyPr lIns="91440" rIns="91440" tIns="45720" bIns="45720" anchor="t">
            <a:noAutofit/>
          </a:bodyPr>
          <a:p>
            <a:pPr marL="685800" indent="-228600" algn="just">
              <a:lnSpc>
                <a:spcPct val="115000"/>
              </a:lnSpc>
              <a:spcAft>
                <a:spcPts val="601"/>
              </a:spcAft>
              <a:buNone/>
            </a:pPr>
            <a:r>
              <a:rPr b="0" lang="en-US" sz="2800" spc="-1" strike="noStrike">
                <a:solidFill>
                  <a:srgbClr val="000000"/>
                </a:solidFill>
                <a:latin typeface="Arial"/>
                <a:ea typeface="Noto Sans CJK SC"/>
              </a:rPr>
              <a:t>What were our total revenues in 1997 (Result must be 617.085,27)</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What is the total amount each customer has paid us so far (Hint: QUICK-Stop has payed us 110.277,32)</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Find the 10 top selling products (Hint: Top selling product is "Côte de Blaye")</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Create a report with total revenues per customer</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Which UK Customers have payed us more than 1000 dollars (6 rows)</a:t>
            </a:r>
            <a:endParaRPr b="0" lang="en-US" sz="2800" spc="-1" strike="noStrike">
              <a:solidFill>
                <a:srgbClr val="000000"/>
              </a:solidFill>
              <a:latin typeface="Times New Roman"/>
            </a:endParaRPr>
          </a:p>
          <a:p>
            <a:pPr marL="685800" indent="-228600" algn="just">
              <a:lnSpc>
                <a:spcPct val="115000"/>
              </a:lnSpc>
              <a:spcAft>
                <a:spcPts val="601"/>
              </a:spcAft>
              <a:buNone/>
            </a:pPr>
            <a:r>
              <a:rPr b="0" lang="en-US" sz="2800" spc="-1" strike="noStrike">
                <a:solidFill>
                  <a:srgbClr val="000000"/>
                </a:solidFill>
                <a:latin typeface="Arial"/>
                <a:ea typeface="Noto Sans CJK SC"/>
              </a:rPr>
              <a:t>How much has each customer paid in total and how much in 1997</a:t>
            </a:r>
            <a:endParaRPr b="0" lang="en-US" sz="2800" spc="-1" strike="noStrike">
              <a:solidFill>
                <a:srgbClr val="000000"/>
              </a:solidFill>
              <a:latin typeface="Times New Roman"/>
            </a:endParaRPr>
          </a:p>
        </p:txBody>
      </p:sp>
      <p:sp>
        <p:nvSpPr>
          <p:cNvPr id="4" name="PlaceHolder 3"/>
          <p:cNvSpPr>
            <a:spLocks noGrp="1"/>
          </p:cNvSpPr>
          <p:nvPr>
            <p:ph type="ftr" idx="13"/>
          </p:nvPr>
        </p:nvSpPr>
        <p:spPr/>
        <p:txBody>
          <a:bodyPr/>
          <a:p>
            <a:r>
              <a:t>DataBase with PostgreSQL</a:t>
            </a:r>
          </a:p>
        </p:txBody>
      </p:sp>
      <p:sp>
        <p:nvSpPr>
          <p:cNvPr id="5" name="PlaceHolder 4"/>
          <p:cNvSpPr>
            <a:spLocks noGrp="1"/>
          </p:cNvSpPr>
          <p:nvPr>
            <p:ph type="sldNum" idx="14"/>
          </p:nvPr>
        </p:nvSpPr>
        <p:spPr/>
        <p:txBody>
          <a:bodyPr/>
          <a:p>
            <a:fld id="{919A4403-EA78-461D-854C-C853C27B5062}" type="slidenum">
              <a:t>139</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EBCB035F6A4924FAB4D0AF17A7740BA" ma:contentTypeVersion="2" ma:contentTypeDescription="Create a new document." ma:contentTypeScope="" ma:versionID="51cfe8286ea8c87a0832a25babf95ca7">
  <xsd:schema xmlns:xsd="http://www.w3.org/2001/XMLSchema" xmlns:xs="http://www.w3.org/2001/XMLSchema" xmlns:p="http://schemas.microsoft.com/office/2006/metadata/properties" xmlns:ns2="4cf17023-5a66-4a35-8e2d-e27f76ae3781" targetNamespace="http://schemas.microsoft.com/office/2006/metadata/properties" ma:root="true" ma:fieldsID="4dc61c72fef6f8bc85be3af2e80721e0" ns2:_="">
    <xsd:import namespace="4cf17023-5a66-4a35-8e2d-e27f76ae3781"/>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f17023-5a66-4a35-8e2d-e27f76ae37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53edffdedc90a5cc23417a2d239f45a4">
  <xsd:schema xmlns:xsd="http://www.w3.org/2001/XMLSchema" xmlns:xs="http://www.w3.org/2001/XMLSchema" xmlns:p="http://schemas.microsoft.com/office/2006/metadata/properties" xmlns:ns2="a1338ef3-f957-4fbb-b33a-3b606fe126b3" targetNamespace="http://schemas.microsoft.com/office/2006/metadata/properties" ma:root="true" ma:fieldsID="9f407ff9521a5dcbcc967750435157a3"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FormTemplates xmlns="http://schemas.microsoft.com/sharepoint/v3/contenttype/forms">
  <Display>DocumentLibraryForm</Display>
  <Edit>DocumentLibraryForm</Edit>
  <New>DocumentLibraryForm</New>
</FormTemplates>
</file>

<file path=customXml/item6.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FD5B4DF-17EC-43B9-98B8-B308922DD0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f17023-5a66-4a35-8e2d-e27f76ae37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3A54FFE-5E8B-4E9C-99EA-714907EC7F4C}">
  <ds:schemaRefs>
    <ds:schemaRef ds:uri="http://schemas.microsoft.com/sharepoint/v3/contenttype/forms"/>
  </ds:schemaRefs>
</ds:datastoreItem>
</file>

<file path=customXml/itemProps3.xml><?xml version="1.0" encoding="utf-8"?>
<ds:datastoreItem xmlns:ds="http://schemas.openxmlformats.org/officeDocument/2006/customXml" ds:itemID="{2E8BF8D4-D863-4E50-BA6A-34888A9F0E78}">
  <ds:schemaRefs>
    <ds:schemaRef ds:uri="http://schemas.microsoft.com/office/2006/metadata/properties"/>
    <ds:schemaRef ds:uri="http://schemas.microsoft.com/office/infopath/2007/PartnerControls"/>
  </ds:schemaRefs>
</ds:datastoreItem>
</file>

<file path=customXml/itemProps4.xml><?xml version="1.0" encoding="utf-8"?>
<ds:datastoreItem xmlns:ds="http://schemas.openxmlformats.org/officeDocument/2006/customXml" ds:itemID="{091F2254-0B48-47F7-9692-B2D466D4B4F1}"/>
</file>

<file path=customXml/itemProps5.xml><?xml version="1.0" encoding="utf-8"?>
<ds:datastoreItem xmlns:ds="http://schemas.openxmlformats.org/officeDocument/2006/customXml" ds:itemID="{2EF19BA6-C416-4247-BB36-DEC2BF1C3A73}"/>
</file>

<file path=customXml/itemProps6.xml><?xml version="1.0" encoding="utf-8"?>
<ds:datastoreItem xmlns:ds="http://schemas.openxmlformats.org/officeDocument/2006/customXml" ds:itemID="{590B3BC6-8A8F-41BD-B9FE-308EBCEB3A12}"/>
</file>

<file path=docProps/app.xml><?xml version="1.0" encoding="utf-8"?>
<Properties xmlns="http://schemas.openxmlformats.org/officeDocument/2006/extended-properties" xmlns:vt="http://schemas.openxmlformats.org/officeDocument/2006/docPropsVTypes">
  <Template/>
  <TotalTime>1521</TotalTime>
  <Application>LibreOffice/24.2.7.2$Linux_X86_64 LibreOffice_project/420$Build-2</Application>
  <AppVersion>15.0000</AppVersion>
  <Words>5045</Words>
  <Paragraphs>731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with PostgreSQL</dc:title>
  <dc:subject/>
  <dc:creator>Calin Cenan</dc:creator>
  <dc:description/>
  <cp:lastModifiedBy/>
  <cp:revision>83</cp:revision>
  <dcterms:created xsi:type="dcterms:W3CDTF">2021-01-09T16:08:19Z</dcterms:created>
  <dcterms:modified xsi:type="dcterms:W3CDTF">2025-11-03T17:06:11Z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0x01010042D1F13D339BA04089B6530E3063BBB0</vt:lpwstr>
  </property>
  <property fmtid="{D5CDD505-2E9C-101B-9397-08002B2CF9AE}" pid="3" name="MSIP_Label_5b58b62f-6f94-46bd-8089-18e64b0a9abb_ActionId">
    <vt:lpwstr>e50ec3d3-af3b-4635-bffd-235a209df665</vt:lpwstr>
  </property>
  <property fmtid="{D5CDD505-2E9C-101B-9397-08002B2CF9AE}" pid="4" name="MSIP_Label_5b58b62f-6f94-46bd-8089-18e64b0a9abb_ContentBits">
    <vt:lpwstr>0</vt:lpwstr>
  </property>
  <property fmtid="{D5CDD505-2E9C-101B-9397-08002B2CF9AE}" pid="5" name="MSIP_Label_5b58b62f-6f94-46bd-8089-18e64b0a9abb_Enabled">
    <vt:lpwstr>true</vt:lpwstr>
  </property>
  <property fmtid="{D5CDD505-2E9C-101B-9397-08002B2CF9AE}" pid="6" name="MSIP_Label_5b58b62f-6f94-46bd-8089-18e64b0a9abb_Method">
    <vt:lpwstr>Standard</vt:lpwstr>
  </property>
  <property fmtid="{D5CDD505-2E9C-101B-9397-08002B2CF9AE}" pid="7" name="MSIP_Label_5b58b62f-6f94-46bd-8089-18e64b0a9abb_Name">
    <vt:lpwstr>defa4170-0d19-0005-0004-bc88714345d2</vt:lpwstr>
  </property>
  <property fmtid="{D5CDD505-2E9C-101B-9397-08002B2CF9AE}" pid="8" name="MSIP_Label_5b58b62f-6f94-46bd-8089-18e64b0a9abb_SetDate">
    <vt:lpwstr>2023-11-06T09:28:51Z</vt:lpwstr>
  </property>
  <property fmtid="{D5CDD505-2E9C-101B-9397-08002B2CF9AE}" pid="9" name="MSIP_Label_5b58b62f-6f94-46bd-8089-18e64b0a9abb_SiteId">
    <vt:lpwstr>a6eb79fa-c4a9-4cce-818d-b85274d15305</vt:lpwstr>
  </property>
  <property fmtid="{D5CDD505-2E9C-101B-9397-08002B2CF9AE}" pid="10" name="PresentationFormat">
    <vt:lpwstr>Widescreen</vt:lpwstr>
  </property>
  <property fmtid="{D5CDD505-2E9C-101B-9397-08002B2CF9AE}" pid="11" name="Slides">
    <vt:i4>129</vt:i4>
  </property>
</Properties>
</file>