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F9EB1-2B81-430C-BCFD-BEB23E507B3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470FF-07F2-490E-BADB-D9A72809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9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ACF9-D18E-607B-38A8-157E77A24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8454A-811A-1262-854A-2E0A3BC0E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50743-3B63-5DBB-02C9-54C0A881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CF1E-19B6-4624-81AF-A4D15999044D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30577-C001-456F-9C8D-DFABDFE8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E9DE0-2214-D3E2-B057-95809AB0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5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C49B-402D-3E41-EB90-DA4384CA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B1B48-B7CB-F897-7B7F-E37F8F539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7EF07-E54C-2B1A-F6C0-38BC359B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3309-DC74-4EAD-93AF-A377C57572C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D72C7-0767-EB67-4B53-F2CECF52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B5CB-38F7-4732-0C94-5F3CCCC8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8C48-57B1-9FD3-606E-9BD74B2D2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E2AD0-A24A-8E62-5001-F2C71147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0D7D2-AB66-5AC2-FC31-229E2ED8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60715-754D-41F5-809A-7F1220D6941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8FB4E-0967-FF0E-0BD7-186D5031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B78DF-C161-5E4D-7A1A-541AADAF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2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6079-FE05-0E7F-34D2-3256C133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0569E-2AE0-F0D8-80B6-E958AD30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CB20C-7321-77BB-3DE9-70ABFD72A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9F271-5D85-FED1-9F48-D8AEB8A9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625D3-BB8A-478A-AE88-6D964A0EDFC4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CFD5-7D90-8607-265F-EB32900B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8A05E-CE9C-7A66-F2F3-71A1786C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3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5FF9-0A1B-E546-DD23-1F03BE9E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0AB25-5197-61F4-4657-04F6AC7D8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13CCC-36C0-7E53-5AC3-9094FFF06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14AF0-FFFC-49DA-D2E0-625430FF2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AE106-CD1A-76A1-C355-2513CBD4F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9B42A-D303-EED4-4FE1-57C04082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DCBB2-EA88-4701-A0D5-3761E51E3EE1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ED3DD-FD32-8ACC-6BDC-E5883BAE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11B87-16F0-A3F1-6D6A-7FC2388D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0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A037-3830-5353-F2E3-04113750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38262-0C5E-6F07-5B5F-5BE328B2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005FA-5988-42AF-941D-87801B9671C6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544A6-4B39-8813-5C58-B0148957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A031A-92AA-D3EA-1A83-59E399CB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8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4C970-D3A1-5F13-2D26-C183D6A0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5F84-2911-444C-BCD5-707534BA89E3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BF534-B71E-2332-A4F9-C6029738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49274-51A9-22EA-D793-5AD280F5F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31E7-BB30-21F4-4962-8D185A2AF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461BF-7085-4637-3486-09F69F4D5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9394C-9519-7A63-F78A-CF8970F26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C5214-2D5F-FEC8-2C34-0128EF9C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FF0E4-EEDA-4D0B-9E7E-16286227C23A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39893-D30E-C82F-CCEF-4E7478E5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CDEF-719D-A772-7F34-2AE7A3BA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6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72E1-671F-5A0D-CC97-601CE0F0E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0D260-9150-734A-9559-925EFC46E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C3678-D44E-AE49-4E09-9E9BB8424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D5205-A6A9-AA92-2D41-80EC4E9D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99388-7E77-4EFB-B6CE-92E1A80BDC8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04114-72D5-0820-A524-B1854B53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2B5AE-7758-853D-D196-FB2BBB37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45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9E74-D115-5B31-8BEC-2911A32B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9D25A-CF10-4802-0658-A17C5C5DB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2796-D3ED-4FBB-667A-A12E8EF6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A969-4F33-4EEA-8110-94581A5FCA48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73D1A-77E9-9E01-F20A-06B8C42D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EBF8-867B-8BB2-6452-A51E9785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28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DCD350-381A-3C03-1D32-2A20482EB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3F3B7-167F-2697-C63A-8B127E0CA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3D429-7BC6-875A-B05A-793DDB24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9818-FD63-4057-BC74-F63BC16BDBC2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578C7-11AD-4FB7-93D3-65C45CE7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A99F-AD00-87EB-CEF3-842B196A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8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05075B-2F85-6CD9-7B03-D034E31A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4350C-8E00-540A-213A-48854E14E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23F9-30F6-7B5F-D88F-DA4E36E2F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549F2-52D2-4CD9-8057-4ED658FA2459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16A05-E499-2FD8-320C-1A03A4231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51365-7B0C-5973-AF2F-C23A38779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C6081-C5DA-45FC-86F7-2B3141FB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4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h2database.com/html/main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2database.com/html/download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46629-4382-6452-A7F5-E3D94114B0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96BC8-6C1A-0A5F-0185-6DC4DD866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1CC67-6203-6AFE-ABB2-1242B63F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72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C786-7582-F87A-430D-6A85F1FB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3593B-CDF0-2762-7435-1278EC10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H2 Database Engine https://h2database.com/html/main.html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H2 is a relational </a:t>
            </a:r>
            <a:r>
              <a:rPr lang="en-US" dirty="0" err="1"/>
              <a:t>DataBase</a:t>
            </a:r>
            <a:r>
              <a:rPr lang="en-US" dirty="0"/>
              <a:t> Management System written in Java</a:t>
            </a:r>
          </a:p>
          <a:p>
            <a:r>
              <a:rPr lang="en-US" dirty="0"/>
              <a:t>can be used as an embedded database in Java applications or run in client–server mode</a:t>
            </a:r>
          </a:p>
          <a:p>
            <a:r>
              <a:rPr lang="en-US" dirty="0"/>
              <a:t>available as open source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71909-C77A-4E1A-C105-041A9912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H2 database logo">
            <a:extLst>
              <a:ext uri="{FF2B5EF4-FFF2-40B4-BE49-F238E27FC236}">
                <a16:creationId xmlns:a16="http://schemas.microsoft.com/office/drawing/2014/main" id="{5A4C4F5E-4ADA-0CEA-0946-555FC206D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023360"/>
            <a:ext cx="3725320" cy="203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05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B1BD-7081-0531-517E-279A27CF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2F46F-55AF-8D92-5810-1FBB0A1E7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Downloads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https://h2database.com/html/download.html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to install software, run installer or unzip it Platform-Independent Zip to a directory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8F539-4714-AAEE-2483-0C3BE454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5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4628-5332-9DEF-765D-2197B622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get following directory structure: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14D2D4-83B8-62D6-B58A-CA44EB8DF6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37197" y="1789464"/>
          <a:ext cx="10317606" cy="4423660"/>
        </p:xfrm>
        <a:graphic>
          <a:graphicData uri="http://schemas.openxmlformats.org/drawingml/2006/table">
            <a:tbl>
              <a:tblPr/>
              <a:tblGrid>
                <a:gridCol w="5158803">
                  <a:extLst>
                    <a:ext uri="{9D8B030D-6E8A-4147-A177-3AD203B41FA5}">
                      <a16:colId xmlns:a16="http://schemas.microsoft.com/office/drawing/2014/main" val="3515036035"/>
                    </a:ext>
                  </a:extLst>
                </a:gridCol>
                <a:gridCol w="5158803">
                  <a:extLst>
                    <a:ext uri="{9D8B030D-6E8A-4147-A177-3AD203B41FA5}">
                      <a16:colId xmlns:a16="http://schemas.microsoft.com/office/drawing/2014/main" val="1992823047"/>
                    </a:ext>
                  </a:extLst>
                </a:gridCol>
              </a:tblGrid>
              <a:tr h="3140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Directory</a:t>
                      </a:r>
                    </a:p>
                  </a:txBody>
                  <a:tcPr marL="22430" marR="22430" marT="22430" marB="22430" anchor="ctr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Contents</a:t>
                      </a:r>
                    </a:p>
                  </a:txBody>
                  <a:tcPr marL="22430" marR="22430" marT="22430" marB="22430" anchor="ctr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193387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bin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JAR and batch files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602372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docs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Documentation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301641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docs/html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HTML pages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718872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docs/javadoc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Javadoc files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60373"/>
                  </a:ext>
                </a:extLst>
              </a:tr>
              <a:tr h="5831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ext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External dependencies (downloaded when building)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285349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service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Tools to run the database as a Windows Service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93182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src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Source files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10327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src/docsrc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Documentation sources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27726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src/installer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Installer, shell, and release build script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14243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src/main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Database engine source code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187132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src/test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Test source code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136338"/>
                  </a:ext>
                </a:extLst>
              </a:tr>
              <a:tr h="3140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</a:rPr>
                        <a:t>src/tools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</a:rPr>
                        <a:t>Tools and database adapters source code</a:t>
                      </a:r>
                    </a:p>
                  </a:txBody>
                  <a:tcPr marL="22430" marR="22430" marT="22430" marB="22430">
                    <a:lnL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CA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05391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B3F50-14EA-0999-EFD9-6C5C4614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76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3A76-9649-E8BF-E1F0-A8E5F455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H2.bat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D5C8F-E46A-8789-FF6A-8980E2CF7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c:\jdk-25.0.1\bin\java.exe –cp</a:t>
            </a:r>
          </a:p>
          <a:p>
            <a:r>
              <a:rPr lang="en-US" sz="2400" dirty="0"/>
              <a:t>"h2-2.4.240.jar;%H2DRIVERS%;%CLASSPATH%" org.h2.tools.Console %*</a:t>
            </a:r>
            <a:endParaRPr lang="en-US" dirty="0"/>
          </a:p>
          <a:p>
            <a:endParaRPr lang="en-US" dirty="0"/>
          </a:p>
          <a:p>
            <a:r>
              <a:rPr lang="en-US" dirty="0"/>
              <a:t>@if </a:t>
            </a:r>
            <a:r>
              <a:rPr lang="en-US" dirty="0" err="1"/>
              <a:t>errorlevel</a:t>
            </a:r>
            <a:r>
              <a:rPr lang="en-US" dirty="0"/>
              <a:t> 1 pause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9EA7C-7711-C095-B3B4-20DE0419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8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9B1E5-C5B4-3552-D4C5-37BAB541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H2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0464F-8290-5E0D-CC48-296079E6E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H2 is open source, free to use and distribute</a:t>
            </a:r>
          </a:p>
          <a:p>
            <a:r>
              <a:rPr lang="en-US" dirty="0"/>
              <a:t>download: jar, installer (Windows), zip.</a:t>
            </a:r>
          </a:p>
          <a:p>
            <a:r>
              <a:rPr lang="en-US" dirty="0"/>
              <a:t>to start the H2 Console tool, double click the jar file, or run </a:t>
            </a:r>
          </a:p>
          <a:p>
            <a:pPr lvl="1"/>
            <a:r>
              <a:rPr lang="en-US" sz="2700" dirty="0"/>
              <a:t>java -jar h2*.jar, 		h2.bat, 		or h2.sh</a:t>
            </a:r>
          </a:p>
          <a:p>
            <a:r>
              <a:rPr lang="en-US" dirty="0"/>
              <a:t>a new database is automatically created by default if embedded URL is used</a:t>
            </a:r>
          </a:p>
          <a:p>
            <a:r>
              <a:rPr lang="en-US" dirty="0"/>
              <a:t>closing last connection closes database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48193-6EE8-3070-2F7E-6E6321C64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4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EFEF4-C68C-2CB7-F5C5-E2D72545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DBeaver</a:t>
            </a:r>
            <a:r>
              <a:rPr lang="en-US" dirty="0"/>
              <a:t> client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2D79CA-6E18-56D0-B0D5-8F9A7821D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371600"/>
            <a:ext cx="7045148" cy="46089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E0763-378C-0522-9A53-4A8793D6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78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4999-26FC-4835-324F-BA456925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new database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A4C5DB-8818-2257-C5DB-844A7B3D5A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463040"/>
            <a:ext cx="8252261" cy="46199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44888-CBEA-8772-EC8D-C9D56B78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5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633F-AAAE-FD9D-B10F-3B4A90FAF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E2635E-6FCA-2124-0217-DCA080FFD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8880" y="274320"/>
            <a:ext cx="7535233" cy="62344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F5371-D9F6-3045-4ACE-D3B3F09B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0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67A0-FB4C-BB73-B5A0-2BF03B1E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4F3FD0-44E6-F116-1919-F2BC489C4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8880" y="274320"/>
            <a:ext cx="7527536" cy="62498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0C57B-36A0-5C79-8C11-4F04282C4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C55B-E3A9-7C9A-3ECF-4AD41251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F6249-0D28-8340-6D35-917A0698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6081-C5DA-45FC-86F7-2B3141FBF7C7}" type="slidenum">
              <a:rPr lang="en-US" smtClean="0"/>
              <a:t>11</a:t>
            </a:fld>
            <a:endParaRPr lang="en-US"/>
          </a:p>
        </p:txBody>
      </p:sp>
      <p:pic>
        <p:nvPicPr>
          <p:cNvPr id="3074" name="Picture 2" descr="that-s all folks clipart 10 free Cliparts | Download images on ...">
            <a:extLst>
              <a:ext uri="{FF2B5EF4-FFF2-40B4-BE49-F238E27FC236}">
                <a16:creationId xmlns:a16="http://schemas.microsoft.com/office/drawing/2014/main" id="{07B1190F-930E-AC42-BB54-9CF8CBAC8F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239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3EEDAE-C76C-4448-AE08-518F2F7CE84E}"/>
</file>

<file path=customXml/itemProps2.xml><?xml version="1.0" encoding="utf-8"?>
<ds:datastoreItem xmlns:ds="http://schemas.openxmlformats.org/officeDocument/2006/customXml" ds:itemID="{CE8BEFDB-EFFB-452A-8DE7-A219AD94E42F}"/>
</file>

<file path=customXml/itemProps3.xml><?xml version="1.0" encoding="utf-8"?>
<ds:datastoreItem xmlns:ds="http://schemas.openxmlformats.org/officeDocument/2006/customXml" ds:itemID="{6ABDDE2C-F7CF-4277-98EE-1643759F4E19}"/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286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H2</vt:lpstr>
      <vt:lpstr>H2</vt:lpstr>
      <vt:lpstr>Installation</vt:lpstr>
      <vt:lpstr>should get following directory structure:</vt:lpstr>
      <vt:lpstr>H2.bat</vt:lpstr>
      <vt:lpstr>Using H2</vt:lpstr>
      <vt:lpstr>DBeaver client</vt:lpstr>
      <vt:lpstr>Create a new database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Calin Cenan</dc:creator>
  <cp:lastModifiedBy>Calin Cenan</cp:lastModifiedBy>
  <cp:revision>3</cp:revision>
  <dcterms:created xsi:type="dcterms:W3CDTF">2025-11-12T06:07:50Z</dcterms:created>
  <dcterms:modified xsi:type="dcterms:W3CDTF">2025-11-12T07:09:45Z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2025-11-12T06:11:26Z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1f4d679f-88e4-428a-80ae-bb22753a1c54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ContentTypeId">
    <vt:lpwstr>0x01010042D1F13D339BA04089B6530E3063BBB0</vt:lpwstr>
  </property>
</Properties>
</file>