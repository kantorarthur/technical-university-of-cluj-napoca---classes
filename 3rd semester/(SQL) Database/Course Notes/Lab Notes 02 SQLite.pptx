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8" r:id="rId13"/>
    <p:sldId id="267" r:id="rId14"/>
    <p:sldId id="270" r:id="rId15"/>
    <p:sldId id="269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1" r:id="rId46"/>
    <p:sldId id="300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55" Type="http://schemas.openxmlformats.org/officeDocument/2006/relationships/customXml" Target="../customXml/item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47648E-9B92-4419-A0FC-EFAF20C87177}" type="datetimeFigureOut">
              <a:rPr lang="en-US" smtClean="0"/>
              <a:t>9/15/2023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03FF4C-3630-4E04-A9C4-CADD2EA4C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171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36F22-7794-B8F8-E85F-A21ECCC31B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9AFC36-ECDC-AF77-8692-C84EB2210C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5AEB98-4F5C-02DE-16AC-95345CA8D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A4D28-B9A5-435D-981C-4CDD7AFD513D}" type="datetime1">
              <a:rPr lang="en-US" smtClean="0"/>
              <a:t>9/15/2023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76F21-A3AA-5EAA-9E9F-DD22E818E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FC5A7-8D52-6E48-7B5B-92AD64AED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5902-5214-406D-9265-27873CE0B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505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DE4B3-F560-D5AE-18DE-8A353D896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F6193-055B-61A6-952F-E16E0E54B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1888D-12F3-8DA4-B3BB-21BEE7398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73EA7-1962-4C71-B730-36C8D2470E5C}" type="datetime1">
              <a:rPr lang="en-US" smtClean="0"/>
              <a:t>9/15/2023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B7E5A6-194A-F430-B32A-CD9B2DE30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89A46-D661-3C75-90A8-EFBB52B74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5902-5214-406D-9265-27873CE0B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661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ED86E-0E27-6119-D85B-228B57B8D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7DFD2D-6C64-0E3B-7048-0231FD53C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C80054-EFAD-9550-F20A-23F7E7877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1BDEF-404A-4C35-92B2-8741A7EEB26C}" type="datetime1">
              <a:rPr lang="en-US" smtClean="0"/>
              <a:t>9/15/2023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1FF47-0A0C-EB8E-0ED4-2421CA1EA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79D66B-538A-DDD3-9231-2DD90AAD6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5902-5214-406D-9265-27873CE0B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912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F79F8-2616-35E1-73BB-21FBA5D5D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9EC81-8F74-FDA1-36EB-4A604D30C7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45ACF5-9B76-0C14-C198-A1CEA2A4E4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F767AD-78DF-8744-80F0-7774D8F0B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275FD-FC5B-4845-BE59-3D41CE2DC70D}" type="datetime1">
              <a:rPr lang="en-US" smtClean="0"/>
              <a:t>9/15/2023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6EF5D3-EFAD-7883-5F2C-996A5C438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AFFBD4-2729-385A-49BE-5C162CAEC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5902-5214-406D-9265-27873CE0B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06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5F838-33DD-5EE3-75C8-393616CF6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37D0E0-93D1-625C-3FA6-76E55409F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E2ED24-F74E-A118-36E2-A0E5A749AB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A46D47-CAEE-D50B-A258-88C2034F39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35B891-12E1-1634-CC04-39A45F838B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587D28-A060-0566-570B-5C83C66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4052A-BC0E-4FE4-9981-4BBF9B2C9B56}" type="datetime1">
              <a:rPr lang="en-US" smtClean="0"/>
              <a:t>9/15/2023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7ADD30-DBC7-B761-AFDE-40B14218A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04D069-65E4-353C-1F36-DA213C876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5902-5214-406D-9265-27873CE0B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827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7D350-6D39-E7B1-C8D2-97C368B0D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FBC4B3-C097-22C5-872D-3BBA68161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2D617-7EF4-46FE-961C-E67D16BF975B}" type="datetime1">
              <a:rPr lang="en-US" smtClean="0"/>
              <a:t>9/15/2023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6F35D4-AD58-DCA4-9929-9442311C9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AAA996-7DBF-661A-8D32-7771C9745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5902-5214-406D-9265-27873CE0B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483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92A8A4-F710-6108-9746-55CFADA55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7B4B8-8EE2-49C8-9800-E24B5865467A}" type="datetime1">
              <a:rPr lang="en-US" smtClean="0"/>
              <a:t>9/15/2023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5CCDBD-31C3-C583-E159-3A5271975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7797BC-DF5B-B6A4-AE25-C8083E67A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5902-5214-406D-9265-27873CE0B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612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A3D54-56C8-FB46-5D1A-7D9F547BF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7E604-7A85-47FA-3EDC-F2C113C59A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2EF254-6F61-EDA8-3C90-19EA2D3CED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27AA6C-C299-F62E-50DB-8AFF67FFE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5269C-136B-4FEB-9F28-12AA0BED0E5E}" type="datetime1">
              <a:rPr lang="en-US" smtClean="0"/>
              <a:t>9/15/2023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8E999F-D16A-142D-761F-59BC29F59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A68599-138A-505D-A804-0B9ACD5DA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5902-5214-406D-9265-27873CE0B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349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D1695-942E-E7B2-8093-1A9C704C4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FABDA1-7F92-2808-752E-6CD0E0DCD7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E62E24-90FB-316C-6413-E5AE7249C5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F01C71-7B33-0E9B-4A9A-961F7E05A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E56A9-635E-4E0D-8A2F-EE02449BE05B}" type="datetime1">
              <a:rPr lang="en-US" smtClean="0"/>
              <a:t>9/15/2023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7FC1FC-9A28-F79C-E9C3-D529EE029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C62303-119C-ADA1-518A-A345979DD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5902-5214-406D-9265-27873CE0B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086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A005C-D09B-F330-5C3C-CE00D128C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B64147-FC4D-8118-2E5B-A7EAE34C4C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8226B-64B1-327D-5550-70EDC0256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8825A-8B49-4240-97C3-A287D3879434}" type="datetime1">
              <a:rPr lang="en-US" smtClean="0"/>
              <a:t>9/15/2023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E8B0FC-9DBA-125C-8884-94D45DC8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33DD24-B1BA-9443-35AC-94D4E1F64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5902-5214-406D-9265-27873CE0B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006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9B6EE7-F796-EBE8-CE68-017DBD42A9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A1CB1C-CD46-B9FE-EA0F-0693B1EBE8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8E119B-A8B0-D8C6-9A20-F56A7F587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2F1A7-F71C-49D0-8A11-1F544ECD72FD}" type="datetime1">
              <a:rPr lang="en-US" smtClean="0"/>
              <a:t>9/15/2023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321AB-1FB8-B793-79BD-1E9820796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AF8B9A-CA7B-11C9-8D0A-5D03EDC88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5902-5214-406D-9265-27873CE0B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452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3C8756-C6AF-9687-7A11-1C33B9F5C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BEFC9-83B3-CEAB-4CC6-C2CE9C0DB6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72314-0E12-E511-C34A-60B1BCBFD4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9CEAFE-2BEA-4D7D-BA98-915CD712DF6F}" type="datetime1">
              <a:rPr lang="en-US" smtClean="0"/>
              <a:t>9/15/2023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F6C26-C94E-1E2F-0322-ED0320E45A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0D0717-CEA4-3887-A8DB-DC344B843C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915902-5214-406D-9265-27873CE0B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555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qlite.org/index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dbeaver.io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sql/ssms/download-sql-server-management-studio-ssms?view=sql-server-ver16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qlitetutorial.net/sqlite-sample-database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qlite.org/foreignkeys.html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hyperlink" Target="https://sp.sqlzoo.net/wiki/SQL_Tutorial" TargetMode="Externa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49279-6148-B6B9-F99E-3628438481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SQLite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C1EC64-98AB-D680-DD1D-A78125A611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3B3BA6-7186-F5EB-EBF2-F12053026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5902-5214-406D-9265-27873CE0BDA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501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CA355-37E4-E543-941E-2630DD4E6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SQLite Home Page</a:t>
            </a:r>
            <a:r>
              <a:rPr lang="en-US" dirty="0"/>
              <a:t> https://www.sqlite.org/index.html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845DA-A12E-433A-BEDE-F6E4C6731E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zero configuration, standalone, relational database engine that is designed to be embedded directly into application</a:t>
            </a:r>
          </a:p>
          <a:p>
            <a:r>
              <a:rPr lang="en-US" sz="3200" dirty="0"/>
              <a:t>database instances are documents, self-contained within single file, allowing easy transport and simple setup</a:t>
            </a:r>
          </a:p>
          <a:p>
            <a:r>
              <a:rPr lang="en-US" dirty="0"/>
              <a:t>Latest Release: </a:t>
            </a:r>
            <a:r>
              <a:rPr lang="en-US" sz="3200" dirty="0"/>
              <a:t>Version 3</a:t>
            </a:r>
            <a:r>
              <a:rPr lang="en-US" dirty="0"/>
              <a:t>.43.1 (2023-09-11)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85E5E7-2A7B-13D0-1C7A-4B9E2923C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5902-5214-406D-9265-27873CE0BDA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248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A91B0-9AB9-EDE9-883D-FCC18A527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D7AE9-5247-676E-9024-E0D6631D6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free, public-domain software package that provides relational database management system, or RDBMS: to store user-defined records in large tables; can process complex query commands </a:t>
            </a:r>
          </a:p>
          <a:p>
            <a:r>
              <a:rPr lang="en-US" dirty="0"/>
              <a:t>is lightweight when it comes to setup complexity, administrative overhead, and resource usage</a:t>
            </a:r>
          </a:p>
          <a:p>
            <a:endParaRPr lang="en-US" dirty="0"/>
          </a:p>
          <a:p>
            <a:r>
              <a:rPr lang="en-US" dirty="0"/>
              <a:t>Multi-Platform: Android, Linux, Mac OS X, Windows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C3CEC5-806C-5D7B-15FF-0E241BCD4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5902-5214-406D-9265-27873CE0BDA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055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42F05-2DF7-7D1C-1B22-2025460AE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EFAD5-1280-F8E3-B310-95726AACDF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Serverless: does not require a separate server process or system to operate; SQLite library (.</a:t>
            </a:r>
            <a:r>
              <a:rPr lang="en-US" dirty="0" err="1"/>
              <a:t>dll</a:t>
            </a:r>
            <a:r>
              <a:rPr lang="en-US" dirty="0"/>
              <a:t> files in Windows) accesses its storage files directly</a:t>
            </a:r>
          </a:p>
          <a:p>
            <a:r>
              <a:rPr lang="en-US" dirty="0"/>
              <a:t>Zero Configuration: no setup; creating SQLite database instance is as easy as opening a file</a:t>
            </a:r>
          </a:p>
          <a:p>
            <a:r>
              <a:rPr lang="en-US" dirty="0"/>
              <a:t>Cross-Platform: entire database instance resides in single cross-platform file, requiring no administration</a:t>
            </a:r>
          </a:p>
          <a:p>
            <a:r>
              <a:rPr lang="en-US" dirty="0"/>
              <a:t>Self-Contained: entire database system integrates directly into host application.</a:t>
            </a:r>
          </a:p>
          <a:p>
            <a:r>
              <a:rPr lang="en-US" dirty="0"/>
              <a:t>Small Runtime Footprint: default build is less than megabyte of code and requires only few megabytes of memory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87803-B3B8-0628-87C3-E58A56A50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5902-5214-406D-9265-27873CE0BDA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897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6715E-406A-A96D-2323-1D171BAAA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3BEA6-1DBD-708F-E376-61BE59FF6E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chances are, if you have a smartphone, it has several SQLite databases stored on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71C123-8E38-7553-302E-8D00175A0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5902-5214-406D-9265-27873CE0BDA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357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CA14C-6410-145A-4B0A-0AAB2678A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SQLite Products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276ED-244C-D5E1-5493-EFCF4CAE7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SQLite core - actual database engine and public API; core can be built into static or dynamic library, or it can be built in directly to application</a:t>
            </a:r>
          </a:p>
          <a:p>
            <a:r>
              <a:rPr lang="en-US" dirty="0"/>
              <a:t>sqlite3 command-line tool - allows developer to issue interactive SQL commands to SQLite core; useful for developing and debugging queries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CF8BDF-4EEF-A413-81E5-E579C3A1A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5902-5214-406D-9265-27873CE0BDA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986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CA14C-6410-145A-4B0A-0AAB2678A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SQLite Products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276ED-244C-D5E1-5493-EFCF4CAE7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Tcl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extension - outside of native C API, these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Tcl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bindings are the only official programming interface supported directly by SQLite team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SQLite analyzer tool - used to analyze database files; displays statistics about database file size, fragmentation, available free space, used to determine if it is appropriate to VACUUM (repack and defragment)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CF8BDF-4EEF-A413-81E5-E579C3A1A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5902-5214-406D-9265-27873CE0BDA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23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69D3F-79D0-CB12-C658-D2D4BF5C7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A2672-9EB3-2670-74F3-2F38E9BDBA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Mac OS X and most Linux distributions include a copy of sqlite3 utility as part of operating system</a:t>
            </a:r>
          </a:p>
          <a:p>
            <a:r>
              <a:rPr lang="en-US" dirty="0"/>
              <a:t>Install SQLite on Windows</a:t>
            </a:r>
          </a:p>
          <a:p>
            <a:pPr lvl="1"/>
            <a:r>
              <a:rPr lang="en-US" sz="2700" dirty="0"/>
              <a:t>download precompiled binaries from Windows section</a:t>
            </a:r>
          </a:p>
          <a:p>
            <a:pPr lvl="1"/>
            <a:r>
              <a:rPr lang="en-US" sz="2700" dirty="0"/>
              <a:t>unzip above zipped files in folder: sqlite3.def, sqlite3.dll and sqlite3.exe files</a:t>
            </a:r>
          </a:p>
          <a:p>
            <a:pPr lvl="1"/>
            <a:r>
              <a:rPr lang="en-US" sz="2700" dirty="0"/>
              <a:t>put sqlite3.def, sqlite3.dll in C:\Windows\System32 </a:t>
            </a:r>
          </a:p>
          <a:p>
            <a:pPr lvl="2"/>
            <a:r>
              <a:rPr lang="en-US" sz="2700" dirty="0"/>
              <a:t>Windows looks for DLLs in several directories, though the most common is System32 folder, located at C:\Windows\System32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6A87DB-9AF8-9D1E-8CBA-4FF96D629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5902-5214-406D-9265-27873CE0BDA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4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4D76E-254B-ABFD-5795-898E5F387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A7AF0-8756-3686-FFB6-7D52C9E5C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Back-End database server: database engine – SQLite, </a:t>
            </a:r>
            <a:r>
              <a:rPr lang="en-US" dirty="0" err="1"/>
              <a:t>PostGreSQL</a:t>
            </a:r>
            <a:r>
              <a:rPr lang="en-US" dirty="0"/>
              <a:t>, Microsoft SQL Server, Oracle, MySQL, …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Front-End tool: to work the database 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DCD940-8F55-6C41-6267-52D2CD833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5902-5214-406D-9265-27873CE0BDA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2509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AFC09-99CD-DECE-ABDE-5D34EEA0C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hlinkClick r:id="rId2"/>
              </a:rPr>
              <a:t>DBeaver</a:t>
            </a:r>
            <a:r>
              <a:rPr lang="en-US" dirty="0">
                <a:hlinkClick r:id="rId2"/>
              </a:rPr>
              <a:t> Community | Free Universal Database Tool</a:t>
            </a:r>
            <a:r>
              <a:rPr lang="en-US" dirty="0"/>
              <a:t> https://dbeaver.io/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556D6-551D-2CA8-4A04-4E294166D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free, cross-platform database tool for developers, database administrators, analysts, and everyone working with data</a:t>
            </a:r>
          </a:p>
          <a:p>
            <a:r>
              <a:rPr lang="en-US" dirty="0"/>
              <a:t>supports all popular SQL databases like MySQL, MariaDB, PostgreSQL, SQLite, Apache Family, and more 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C180B7-605B-7135-E73F-204CAEBAC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5902-5214-406D-9265-27873CE0BDA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243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46040-9575-D311-6798-285BE21E9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hlinkClick r:id="rId2"/>
              </a:rPr>
              <a:t>SQL Server Management Studio (SSMS) - SQL Server Management Studio (SSMS) | Microsoft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8BAED-9C0A-ECA4-173D-9D87D13E7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canonical </a:t>
            </a:r>
          </a:p>
          <a:p>
            <a:r>
              <a:rPr lang="en-US" dirty="0"/>
              <a:t>build by Microsoft, work only with Microsoft SQL Server</a:t>
            </a:r>
          </a:p>
          <a:p>
            <a:r>
              <a:rPr lang="en-US" dirty="0"/>
              <a:t>best tool for Microsoft SQL Server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A9BB68-4586-85C6-6837-350D3917B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5902-5214-406D-9265-27873CE0BDA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0729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51347-25B4-0253-8FF5-32BF547F6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B231D6-74CD-D1AC-D74E-AE9C76F5E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5902-5214-406D-9265-27873CE0BDA4}" type="slidenum">
              <a:rPr lang="en-US" smtClean="0"/>
              <a:t>12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0A7B062-DAB5-3775-DDF6-EA5A4AADBE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2" name="Picture 4" descr="SQL Server Management Studio - DBMS Tools">
            <a:extLst>
              <a:ext uri="{FF2B5EF4-FFF2-40B4-BE49-F238E27FC236}">
                <a16:creationId xmlns:a16="http://schemas.microsoft.com/office/drawing/2014/main" id="{40346737-766C-CF73-1F4B-D3F1FA31E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0"/>
            <a:ext cx="10267950" cy="6842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25220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20FC5-65C3-14D1-44AC-CBCF0402F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1864BC-CC8F-797F-0A13-997402D03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5902-5214-406D-9265-27873CE0BDA4}" type="slidenum">
              <a:rPr lang="en-US" smtClean="0"/>
              <a:t>13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57AD398-85C2-46C2-2F74-399DF1DAE64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" y="274320"/>
            <a:ext cx="11214556" cy="6062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92802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4D76E-254B-ABFD-5795-898E5F387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It's as easy as 1, 2, 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A7AF0-8756-3686-FFB6-7D52C9E5C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Back-End database server: database engine – SQLite, </a:t>
            </a:r>
            <a:r>
              <a:rPr lang="en-US" dirty="0" err="1"/>
              <a:t>PostGreSQL</a:t>
            </a:r>
            <a:r>
              <a:rPr lang="en-US" dirty="0"/>
              <a:t>, Microsoft SQL Server, Oracle, MySQL, …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Front-End tool: to work the database …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DataBase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DCD940-8F55-6C41-6267-52D2CD833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5902-5214-406D-9265-27873CE0BDA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3200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59E7E-3321-CDA5-C31E-20AD26CD3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DataBase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3241A-50BC-8239-89E0-04FF476170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SQLite Sample Database And Its Diagram (in PDF format) (sqlitetutorial.net)</a:t>
            </a:r>
            <a:r>
              <a:rPr lang="en-US" dirty="0"/>
              <a:t> https://www.sqlitetutorial.net/sqlite-sample-database/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E3BF25-DFC6-4A8C-2C35-B69A0541C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5902-5214-406D-9265-27873CE0BDA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2232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751FE-EA4C-5A6B-A8DA-C0BF798B6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9089284-3D3E-BF0D-A72D-BDCF64D264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1520" y="182880"/>
            <a:ext cx="10455546" cy="618035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0B0741-F392-FE02-7250-2E53D4582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5902-5214-406D-9265-27873CE0BDA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467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2407F-6384-7149-2018-1FB8A44CC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1EEFB73-8990-D24D-C7BA-6182501140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5760" y="182880"/>
            <a:ext cx="4555478" cy="2165259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37590C-B41A-1E49-9161-784F73CA1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5902-5214-406D-9265-27873CE0BDA4}" type="slidenum">
              <a:rPr lang="en-US" smtClean="0"/>
              <a:t>17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AD506D-E34C-4353-C91F-8DF26E355D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463040"/>
            <a:ext cx="6598882" cy="4752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5443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5575B-A2C8-8C8C-4459-ADE83DCA8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79D95-5A8C-3EA2-CF8E-7ED88FD96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A90031-A66C-7646-54A6-B7E2475CC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5902-5214-406D-9265-27873CE0BDA4}" type="slidenum">
              <a:rPr lang="en-US" smtClean="0"/>
              <a:t>18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2C18C3-68AD-061B-A9A6-6D36EA2FD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82880"/>
            <a:ext cx="7155647" cy="654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5023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F9E80-44BA-D7A2-AD07-72C8ECB29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9FDF949-7F6E-3FD2-C4A2-5EB2AAAD97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74320"/>
            <a:ext cx="5794369" cy="541371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62068F-756C-C2DA-9FBD-39F6D3465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5902-5214-406D-9265-27873CE0BDA4}" type="slidenum">
              <a:rPr lang="en-US" smtClean="0"/>
              <a:t>19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2EBDF7D-9875-8E70-488C-EFDE8B969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926080"/>
            <a:ext cx="6673869" cy="3168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1935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4D34E-B26E-1929-A6C3-FA61B1296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E502F-B06E-309D-CD48-9CF4718F4E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DC780A-8B60-4450-0AE3-6E5816A56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5902-5214-406D-9265-27873CE0BDA4}" type="slidenum">
              <a:rPr lang="en-US" smtClean="0"/>
              <a:t>20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7A7A8C5-59E6-8F57-F795-5BFB42B611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10874301" cy="642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1269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417FE-1B98-A260-7D3D-A8EC3239D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E47C7CD-ECE4-A683-28D5-B3FB54354D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365125"/>
            <a:ext cx="5494496" cy="626418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08D480-3A1E-FD8A-4668-F3E16CF35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5902-5214-406D-9265-27873CE0BDA4}" type="slidenum">
              <a:rPr lang="en-US" smtClean="0"/>
              <a:t>21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8C3A6F-26A0-4608-1B0A-F57C034B04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399" y="91436"/>
            <a:ext cx="5486875" cy="6529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9262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D78F5-5FFE-BC31-DBC6-E4F714A0B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F5B7D-E45F-A53C-AAF9-81FC616C5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737F2E-A2B7-ADE7-E9BB-6043F6476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5902-5214-406D-9265-27873CE0BDA4}" type="slidenum">
              <a:rPr lang="en-US" smtClean="0"/>
              <a:t>22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951946-B614-4007-0397-DD48046BC7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463040"/>
            <a:ext cx="5794141" cy="457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1314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91DCE-92A0-7DBD-D607-6FC59C5F6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0FA40D9-6599-D4E4-013C-8A79F08C2C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2960" y="914400"/>
            <a:ext cx="9623979" cy="4576054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42D80-9A3A-C420-AAEC-5CF4203D2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5902-5214-406D-9265-27873CE0BDA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8238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7393-342B-8C08-427F-2748A21D9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2A9EB4-6B18-25BF-FEC0-9D6CB48E0E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44DE7-ECA5-A5A3-8994-EE548ED62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5902-5214-406D-9265-27873CE0BDA4}" type="slidenum">
              <a:rPr lang="en-US" smtClean="0"/>
              <a:t>24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6436F2-664E-3753-384E-B4FDF9F1B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57200"/>
            <a:ext cx="9520491" cy="5669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0321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13CB5-6EA9-BFCE-E4C3-5284F79CF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E257BBC-662B-FA16-C514-2321A58E92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5334" y="1995787"/>
            <a:ext cx="4268789" cy="2491042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ECD282-3D75-9ADF-36F9-38D4E4D66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5902-5214-406D-9265-27873CE0BDA4}" type="slidenum">
              <a:rPr lang="en-US" smtClean="0"/>
              <a:t>25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30BD18-499B-E843-A9F9-1F0E8E2533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65123"/>
            <a:ext cx="8689153" cy="134977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38B1412-4C7E-D621-41FB-7323DF9A41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396" y="1828794"/>
            <a:ext cx="4905266" cy="4543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1071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5EFA4-11A8-8683-1773-853189F94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7364059-CF80-DE41-C6E4-A770995E4B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1680" y="2011680"/>
            <a:ext cx="5138687" cy="291063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D9C52F-C259-E2D7-425F-0C2B4091C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5902-5214-406D-9265-27873CE0BDA4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7497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8570F-D94B-240E-6194-724A603F1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F4096-7856-7133-9D9D-643BACE82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69503B-A80B-4BA7-4073-51094C9B0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5902-5214-406D-9265-27873CE0BDA4}" type="slidenum">
              <a:rPr lang="en-US" smtClean="0"/>
              <a:t>27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237AB2-15A9-9BB5-8F5C-2B73F93BF9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65760"/>
            <a:ext cx="8773514" cy="1209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8764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99A53-BC4B-4454-E117-D188E101C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6350D64-256F-04D3-474C-92341E1412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1520" y="365125"/>
            <a:ext cx="10105605" cy="622333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64886E-B49B-9C2F-BAAF-787BA56B0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5902-5214-406D-9265-27873CE0BDA4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2859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B716C-BE75-1258-423F-0D2B6E6DD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Constraint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03899-8CE3-8B7D-9964-A4D8D5B856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Delete from </a:t>
            </a:r>
            <a:r>
              <a:rPr lang="en-US" i="1" dirty="0"/>
              <a:t>artists</a:t>
            </a:r>
            <a:r>
              <a:rPr lang="en-US" dirty="0"/>
              <a:t>: 1001, Calin – O.K.</a:t>
            </a:r>
          </a:p>
          <a:p>
            <a:r>
              <a:rPr lang="en-US" dirty="0"/>
              <a:t>Delete from </a:t>
            </a:r>
            <a:r>
              <a:rPr lang="en-US" i="1" dirty="0"/>
              <a:t>artists</a:t>
            </a:r>
            <a:r>
              <a:rPr lang="en-US" dirty="0"/>
              <a:t>: </a:t>
            </a:r>
            <a:r>
              <a:rPr lang="en-US" dirty="0">
                <a:solidFill>
                  <a:srgbClr val="FF0000"/>
                </a:solidFill>
              </a:rPr>
              <a:t>1</a:t>
            </a:r>
            <a:r>
              <a:rPr lang="en-US" dirty="0"/>
              <a:t>, AC/DC – Not O.K. – it is referred in </a:t>
            </a:r>
            <a:r>
              <a:rPr lang="en-US" i="1" dirty="0"/>
              <a:t>albums</a:t>
            </a:r>
            <a:r>
              <a:rPr lang="en-US" dirty="0"/>
              <a:t>: 1, For Those About To Rock We Salute You, </a:t>
            </a:r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720CD5-BD26-472F-94A1-B96BA777F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5902-5214-406D-9265-27873CE0BDA4}" type="slidenum">
              <a:rPr lang="en-US" smtClean="0"/>
              <a:t>29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71AFF8-1FA5-50F7-C868-08A336EE3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200400"/>
            <a:ext cx="7469848" cy="3263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7256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83F1B-3207-73E7-F843-56AA08696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1F8C31E-968F-A191-264A-B4B5CA1422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1520" y="2286000"/>
            <a:ext cx="10844200" cy="345978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6F1E8C-15BB-6961-3044-28D4B8D60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5902-5214-406D-9265-27873CE0BDA4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8150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82DA6-5B3E-A59C-211C-827699007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20D8413-640D-0C89-BBF3-BDCD62FBF9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3200" y="1825623"/>
            <a:ext cx="7224386" cy="469432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6B609B-29B8-E008-2201-89BDE2C8F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5902-5214-406D-9265-27873CE0BDA4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1516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7CE96-05DA-DF3C-A91A-D37A2F2C7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Foreign Key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66791EC-A0FF-1FD0-564A-E49933DF28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26080" y="1825625"/>
            <a:ext cx="6386113" cy="4435224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A159EC-C28E-D98A-540D-B0B0F7947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5902-5214-406D-9265-27873CE0BDA4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1866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7AC1B-440D-FACF-5E21-3ACDC4D44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29F805-51B4-44F8-8ACD-5A9E7E5B5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5902-5214-406D-9265-27873CE0BDA4}" type="slidenum">
              <a:rPr lang="en-US" smtClean="0"/>
              <a:t>33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3F9EED2-FF21-7141-13A8-01A27FA007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814F021-6D72-DE1A-47B1-F9D536CAC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365124"/>
            <a:ext cx="6110227" cy="6427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8615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3B6B-93C4-9726-5490-9E6A8C0ED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8A765-CA53-A856-58BC-2C6E69C28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794166-3079-FD0B-DAE5-C79DDBD93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5902-5214-406D-9265-27873CE0BDA4}" type="slidenum">
              <a:rPr lang="en-US" smtClean="0"/>
              <a:t>34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25F3BE-2B9D-2076-5717-E6AE6853C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286000"/>
            <a:ext cx="10755876" cy="2621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7192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BEE5F-EE60-D356-A138-A14D785B2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Constraint Create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AEA72-5172-AEBB-C713-2F903943B6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59DFE1-BECD-6535-F22B-0D938C31E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5902-5214-406D-9265-27873CE0BDA4}" type="slidenum">
              <a:rPr lang="en-US" smtClean="0"/>
              <a:t>35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1B3C59-A15E-205E-EBA8-6B7F26D19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371600"/>
            <a:ext cx="5030057" cy="5208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1394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131BE-4A81-7B89-E1CF-717442A7A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Persisted to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7B929-A354-5E63-35B7-5ADC69949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all interface between human users or application programs</a:t>
            </a:r>
          </a:p>
          <a:p>
            <a:endParaRPr lang="en-US" sz="3200" dirty="0"/>
          </a:p>
          <a:p>
            <a:r>
              <a:rPr lang="en-US" sz="3200" dirty="0"/>
              <a:t>Structured Query Language SQL</a:t>
            </a:r>
          </a:p>
          <a:p>
            <a:endParaRPr lang="en-US" sz="3200" dirty="0"/>
          </a:p>
          <a:p>
            <a:r>
              <a:rPr lang="en-US" sz="3200" dirty="0"/>
              <a:t>database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3A9FB5-8482-8D4B-97AF-2AE078DCB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5902-5214-406D-9265-27873CE0BDA4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4544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BB10C-7E77-B343-2129-E0867BBFE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SQLite Foreign Key Support</a:t>
            </a:r>
            <a:r>
              <a:rPr lang="en-US" dirty="0"/>
              <a:t> https://www.sqlite.org/foreignkeys.html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9D114-2F07-D841-1D94-BA1FD9090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sqlite</a:t>
            </a:r>
            <a:r>
              <a:rPr lang="en-US" dirty="0"/>
              <a:t>&gt; PRAGMA </a:t>
            </a:r>
            <a:r>
              <a:rPr lang="en-US" dirty="0" err="1"/>
              <a:t>foreign_keys</a:t>
            </a:r>
            <a:r>
              <a:rPr lang="en-US" dirty="0"/>
              <a:t> = ON;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A1F938-881F-B0CC-3951-D89A5DA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5902-5214-406D-9265-27873CE0BDA4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5426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9259C-F666-D1CF-AAEA-8C9723F2D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9737021-0E68-D05E-595D-FA0CE7F5D7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880" y="178731"/>
            <a:ext cx="5737901" cy="375005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247953-8708-98DF-2A96-9EBA3D6EC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5902-5214-406D-9265-27873CE0BDA4}" type="slidenum">
              <a:rPr lang="en-US" smtClean="0"/>
              <a:t>38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3336FB-A9F2-25E1-F28F-0382657028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3200400"/>
            <a:ext cx="7446376" cy="3352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7386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CFF93-ACA5-F2ED-F13B-15EE9EDC4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14362-3D5C-7458-BAD6-123567F717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C228A4-18AC-94E8-11FA-2FA32132E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5902-5214-406D-9265-27873CE0BDA4}" type="slidenum">
              <a:rPr lang="en-US" smtClean="0"/>
              <a:t>39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CA009D-0D76-29DE-E68A-73E53912E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548640"/>
            <a:ext cx="7338086" cy="6081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5244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CD72E-44EF-7887-3CC0-EBFCF15C1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CA7C05B-F4DF-F307-E069-FFBC9249B4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600" y="1371600"/>
            <a:ext cx="7547883" cy="266951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4A189F-A557-573F-BA13-A72FA6543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5902-5214-406D-9265-27873CE0BDA4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7639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EC3F6-FE74-EA9A-F1D6-21E2B6E1A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CF592-604D-27DA-81E6-8696A26CF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5E4898-4575-DFA4-06C7-4EFE4AF40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5902-5214-406D-9265-27873CE0BDA4}" type="slidenum">
              <a:rPr lang="en-US" smtClean="0"/>
              <a:t>41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83EF68-9FF0-174B-C2E4-80C1D43CD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371600"/>
            <a:ext cx="6496613" cy="4972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3068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5E1B4-9FA6-2F1B-D46E-3C284C779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AAE4296-C673-64F3-8743-845704ABE1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0160" y="365760"/>
            <a:ext cx="9920271" cy="560758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670CDB-3331-4541-E760-C7AE4C4D6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5902-5214-406D-9265-27873CE0BDA4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7521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D6E21-FC8E-110D-0DC3-8476024E0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49B1F4A-BBE6-D756-FF43-BA66E4935B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914400"/>
            <a:ext cx="10612227" cy="454625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797D25-3CDD-B13B-796D-61F3B2486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5902-5214-406D-9265-27873CE0BDA4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89977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37A92-18CF-7690-1797-E3F2AA697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E1DB696-E727-CD1E-EA30-C5B61E9D3E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457200"/>
            <a:ext cx="10958510" cy="576884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E46C36-D695-7BA5-2354-9173443B8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5902-5214-406D-9265-27873CE0BDA4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4287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61941-1B6D-A2AF-9E89-7B5759E40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hlinkClick r:id="rId2"/>
              </a:rPr>
              <a:t>SQLZoo</a:t>
            </a:r>
            <a:r>
              <a:rPr lang="en-US" dirty="0"/>
              <a:t> https://sp.sqlzoo.net/wiki/SQL_Tutorial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C6A06A7-38F8-4751-13B3-CBAA0CDA9F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965807"/>
            <a:ext cx="10515600" cy="4070974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3CC1A1-EB12-869D-0039-F2F9F57A0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5902-5214-406D-9265-27873CE0BDA4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01698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97F35-6F5F-1176-E822-34B2E186E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FAFBA51-19D1-4A9B-6E92-2D625B7C40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5760" y="274320"/>
            <a:ext cx="11522439" cy="6105292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8FF005-2EC2-1363-B2AA-F373FE341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5902-5214-406D-9265-27873CE0BDA4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232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D1F13D339BA04089B6530E3063BBB0" ma:contentTypeVersion="3" ma:contentTypeDescription="Create a new document." ma:contentTypeScope="" ma:versionID="53edffdedc90a5cc23417a2d239f45a4">
  <xsd:schema xmlns:xsd="http://www.w3.org/2001/XMLSchema" xmlns:xs="http://www.w3.org/2001/XMLSchema" xmlns:p="http://schemas.microsoft.com/office/2006/metadata/properties" xmlns:ns2="a1338ef3-f957-4fbb-b33a-3b606fe126b3" targetNamespace="http://schemas.microsoft.com/office/2006/metadata/properties" ma:root="true" ma:fieldsID="9f407ff9521a5dcbcc967750435157a3" ns2:_="">
    <xsd:import namespace="a1338ef3-f957-4fbb-b33a-3b606fe126b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338ef3-f957-4fbb-b33a-3b606fe126b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6E6399A-8F9B-45EE-820F-16E8B68AFEF5}"/>
</file>

<file path=customXml/itemProps2.xml><?xml version="1.0" encoding="utf-8"?>
<ds:datastoreItem xmlns:ds="http://schemas.openxmlformats.org/officeDocument/2006/customXml" ds:itemID="{0B0056C1-6735-4752-A95C-8A742A5992A0}"/>
</file>

<file path=customXml/itemProps3.xml><?xml version="1.0" encoding="utf-8"?>
<ds:datastoreItem xmlns:ds="http://schemas.openxmlformats.org/officeDocument/2006/customXml" ds:itemID="{0DB36DAE-2745-4530-B0BE-2FE67FC2413C}"/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745</Words>
  <Application>Microsoft Office PowerPoint</Application>
  <PresentationFormat>Widescreen</PresentationFormat>
  <Paragraphs>104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0" baseType="lpstr">
      <vt:lpstr>Arial</vt:lpstr>
      <vt:lpstr>Calibri</vt:lpstr>
      <vt:lpstr>Calibri Light</vt:lpstr>
      <vt:lpstr>Office Theme</vt:lpstr>
      <vt:lpstr>SQLite</vt:lpstr>
      <vt:lpstr>SQLite Home Page https://www.sqlite.org/index.html</vt:lpstr>
      <vt:lpstr>SQLite</vt:lpstr>
      <vt:lpstr>SQLite</vt:lpstr>
      <vt:lpstr>PowerPoint Presentation</vt:lpstr>
      <vt:lpstr>SQLite Products</vt:lpstr>
      <vt:lpstr>SQLite Products</vt:lpstr>
      <vt:lpstr>PowerPoint Presentation</vt:lpstr>
      <vt:lpstr>PowerPoint Presentation</vt:lpstr>
      <vt:lpstr>DBeaver Community | Free Universal Database Tool https://dbeaver.io/</vt:lpstr>
      <vt:lpstr>SQL Server Management Studio (SSMS) - SQL Server Management Studio (SSMS) | Microsoft</vt:lpstr>
      <vt:lpstr>PowerPoint Presentation</vt:lpstr>
      <vt:lpstr>PowerPoint Presentation</vt:lpstr>
      <vt:lpstr>It's as easy as 1, 2, C</vt:lpstr>
      <vt:lpstr>DataBase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Constraint </vt:lpstr>
      <vt:lpstr>PowerPoint Presentation</vt:lpstr>
      <vt:lpstr>PowerPoint Presentation</vt:lpstr>
      <vt:lpstr>Create Foreign Key</vt:lpstr>
      <vt:lpstr>PowerPoint Presentation</vt:lpstr>
      <vt:lpstr>PowerPoint Presentation</vt:lpstr>
      <vt:lpstr>Constraint Create</vt:lpstr>
      <vt:lpstr>Persisted to Database</vt:lpstr>
      <vt:lpstr>SQLite Foreign Key Support https://www.sqlite.org/foreignkeys.html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SQLZoo https://sp.sqlzoo.net/wiki/SQL_Tutorial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SQLite</dc:title>
  <dc:creator>Calin Cenan</dc:creator>
  <cp:lastModifiedBy>Calin Cenan</cp:lastModifiedBy>
  <cp:revision>10</cp:revision>
  <dcterms:created xsi:type="dcterms:W3CDTF">2023-09-14T15:37:40Z</dcterms:created>
  <dcterms:modified xsi:type="dcterms:W3CDTF">2023-09-15T06:23:05Z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58b62f-6f94-46bd-8089-18e64b0a9abb_Enabled">
    <vt:lpwstr>true</vt:lpwstr>
  </property>
  <property fmtid="{D5CDD505-2E9C-101B-9397-08002B2CF9AE}" pid="3" name="MSIP_Label_5b58b62f-6f94-46bd-8089-18e64b0a9abb_SetDate">
    <vt:lpwstr>2023-09-14T15:38:03Z</vt:lpwstr>
  </property>
  <property fmtid="{D5CDD505-2E9C-101B-9397-08002B2CF9AE}" pid="4" name="MSIP_Label_5b58b62f-6f94-46bd-8089-18e64b0a9abb_Method">
    <vt:lpwstr>Standard</vt:lpwstr>
  </property>
  <property fmtid="{D5CDD505-2E9C-101B-9397-08002B2CF9AE}" pid="5" name="MSIP_Label_5b58b62f-6f94-46bd-8089-18e64b0a9abb_Name">
    <vt:lpwstr>defa4170-0d19-0005-0004-bc88714345d2</vt:lpwstr>
  </property>
  <property fmtid="{D5CDD505-2E9C-101B-9397-08002B2CF9AE}" pid="6" name="MSIP_Label_5b58b62f-6f94-46bd-8089-18e64b0a9abb_SiteId">
    <vt:lpwstr>a6eb79fa-c4a9-4cce-818d-b85274d15305</vt:lpwstr>
  </property>
  <property fmtid="{D5CDD505-2E9C-101B-9397-08002B2CF9AE}" pid="7" name="MSIP_Label_5b58b62f-6f94-46bd-8089-18e64b0a9abb_ActionId">
    <vt:lpwstr>7060b4e1-4b56-45bd-b3fd-f826939ad72a</vt:lpwstr>
  </property>
  <property fmtid="{D5CDD505-2E9C-101B-9397-08002B2CF9AE}" pid="8" name="MSIP_Label_5b58b62f-6f94-46bd-8089-18e64b0a9abb_ContentBits">
    <vt:lpwstr>0</vt:lpwstr>
  </property>
  <property fmtid="{D5CDD505-2E9C-101B-9397-08002B2CF9AE}" pid="9" name="ContentTypeId">
    <vt:lpwstr>0x01010042D1F13D339BA04089B6530E3063BBB0</vt:lpwstr>
  </property>
</Properties>
</file>